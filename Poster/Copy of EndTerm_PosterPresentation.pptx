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30276000" cx="21384000"/>
  <p:notesSz cx="6858000" cy="9144000"/>
  <p:embeddedFontLst>
    <p:embeddedFont>
      <p:font typeface="Arial Black"/>
      <p:regular r:id="rId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 roundtripDataSignature="AMtx7mi8RlSEgLhi6w9EgaKNZ+Bx7jy6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ArialBlack-regular.fntdata"/><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6459" y="685800"/>
            <a:ext cx="4565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FR"/>
              <a:t>Size of the vehicles (y_axis) &amp; number of wheels in the x-axis</a:t>
            </a:r>
            <a:endParaRPr/>
          </a:p>
          <a:p>
            <a:pPr indent="0" lvl="0" marL="0" rtl="0" algn="l">
              <a:lnSpc>
                <a:spcPct val="100000"/>
              </a:lnSpc>
              <a:spcBef>
                <a:spcPts val="0"/>
              </a:spcBef>
              <a:spcAft>
                <a:spcPts val="0"/>
              </a:spcAft>
              <a:buSzPts val="1100"/>
              <a:buNone/>
            </a:pPr>
            <a:r>
              <a:rPr lang="fr-FR"/>
              <a:t>Literature review </a:t>
            </a:r>
            <a:br>
              <a:rPr lang="fr-FR"/>
            </a:br>
            <a:r>
              <a:rPr lang="fr-FR"/>
              <a:t>hands on working on GAN working </a:t>
            </a:r>
            <a:endParaRPr/>
          </a:p>
          <a:p>
            <a:pPr indent="0" lvl="0" marL="0" rtl="0" algn="l">
              <a:lnSpc>
                <a:spcPct val="100000"/>
              </a:lnSpc>
              <a:spcBef>
                <a:spcPts val="0"/>
              </a:spcBef>
              <a:spcAft>
                <a:spcPts val="0"/>
              </a:spcAft>
              <a:buSzPts val="1100"/>
              <a:buNone/>
            </a:pPr>
            <a:r>
              <a:rPr lang="fr-FR"/>
              <a:t>experiments for real world images </a:t>
            </a:r>
            <a:endParaRPr/>
          </a:p>
          <a:p>
            <a:pPr indent="0" lvl="0" marL="0" rtl="0" algn="l">
              <a:lnSpc>
                <a:spcPct val="100000"/>
              </a:lnSpc>
              <a:spcBef>
                <a:spcPts val="0"/>
              </a:spcBef>
              <a:spcAft>
                <a:spcPts val="0"/>
              </a:spcAft>
              <a:buSzPts val="1100"/>
              <a:buNone/>
            </a:pPr>
            <a:r>
              <a:rPr lang="fr-FR"/>
              <a:t>applications of these Draggan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fr-FR"/>
              <a:t>limitations of draggan </a:t>
            </a:r>
            <a:br>
              <a:rPr lang="fr-FR"/>
            </a:br>
            <a:br>
              <a:rPr lang="fr-FR"/>
            </a:br>
            <a:r>
              <a:rPr lang="fr-FR"/>
              <a:t>applications of this research work </a:t>
            </a:r>
            <a:endParaRPr/>
          </a:p>
          <a:p>
            <a:pPr indent="0" lvl="0" marL="0" rtl="0" algn="l">
              <a:lnSpc>
                <a:spcPct val="100000"/>
              </a:lnSpc>
              <a:spcBef>
                <a:spcPts val="0"/>
              </a:spcBef>
              <a:spcAft>
                <a:spcPts val="0"/>
              </a:spcAft>
              <a:buSzPts val="1100"/>
              <a:buNone/>
            </a:pPr>
            <a:r>
              <a:rPr lang="fr-FR"/>
              <a:t>aur kidhar kaam me aayega in chemical and chemistry department </a:t>
            </a:r>
            <a:br>
              <a:rPr lang="fr-FR"/>
            </a:br>
            <a:br>
              <a:rPr lang="fr-FR"/>
            </a:br>
            <a:r>
              <a:rPr lang="fr-FR"/>
              <a:t>Humne hamare kya inputs diye………</a:t>
            </a:r>
            <a:br>
              <a:rPr lang="fr-FR"/>
            </a:br>
            <a:endParaRPr/>
          </a:p>
          <a:p>
            <a:pPr indent="0" lvl="0" marL="0" rtl="0" algn="l">
              <a:lnSpc>
                <a:spcPct val="100000"/>
              </a:lnSpc>
              <a:spcBef>
                <a:spcPts val="0"/>
              </a:spcBef>
              <a:spcAft>
                <a:spcPts val="0"/>
              </a:spcAft>
              <a:buSzPts val="1100"/>
              <a:buNone/>
            </a:pPr>
            <a:r>
              <a:rPr lang="fr-FR"/>
              <a:t>existing networks pe train karke kaafi saare experiments kiye </a:t>
            </a:r>
            <a:br>
              <a:rPr lang="fr-FR"/>
            </a:br>
            <a:r>
              <a:rPr lang="fr-FR"/>
              <a:t>hands on GAN implementations</a:t>
            </a:r>
            <a:br>
              <a:rPr lang="fr-FR"/>
            </a:br>
            <a:r>
              <a:rPr lang="fr-FR"/>
              <a:t>literature review </a:t>
            </a:r>
            <a:br>
              <a:rPr lang="fr-FR"/>
            </a:br>
            <a:br>
              <a:rPr lang="fr-FR"/>
            </a:br>
            <a:r>
              <a:rPr lang="fr-FR"/>
              <a:t>as draggan had limitations and freedrag (2024 cvpr accepted) solved them </a:t>
            </a:r>
            <a:endParaRPr/>
          </a:p>
          <a:p>
            <a:pPr indent="0" lvl="0" marL="0" rtl="0" algn="l">
              <a:lnSpc>
                <a:spcPct val="100000"/>
              </a:lnSpc>
              <a:spcBef>
                <a:spcPts val="0"/>
              </a:spcBef>
              <a:spcAft>
                <a:spcPts val="0"/>
              </a:spcAft>
              <a:buSzPts val="1100"/>
              <a:buNone/>
            </a:pPr>
            <a:r>
              <a:rPr lang="fr-FR"/>
              <a:t>will study freedrag (will it work on few-shot images K-way N-shot learning (K-classes and N - number of images))</a:t>
            </a:r>
            <a:br>
              <a:rPr lang="fr-FR"/>
            </a:br>
            <a:r>
              <a:rPr lang="fr-FR"/>
              <a:t>- focus on improving this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fr-FR"/>
              <a:t>future scope:</a:t>
            </a:r>
            <a:br>
              <a:rPr lang="fr-FR"/>
            </a:br>
            <a:r>
              <a:rPr lang="fr-FR"/>
              <a:t>- currently we are able to do manipulations on their own in-domain synthetic images on which the model is pre-trained on, and we have also tried to put our own local image, but the modifications didnt show up because the image was out of distribution for the model and we need to do fine tuning on our own few-shot data such that the modifications also reflect in our custom data also  </a:t>
            </a:r>
            <a:endParaRPr/>
          </a:p>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6459" y="685800"/>
            <a:ext cx="4565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603801" y="4954895"/>
            <a:ext cx="18176400" cy="10540500"/>
          </a:xfrm>
          <a:prstGeom prst="rect">
            <a:avLst/>
          </a:prstGeom>
          <a:noFill/>
          <a:ln>
            <a:noFill/>
          </a:ln>
        </p:spPr>
        <p:txBody>
          <a:bodyPr anchorCtr="0" anchor="b" bIns="32300" lIns="64600" spcFirstLastPara="1" rIns="64600" wrap="square" tIns="32300">
            <a:normAutofit/>
          </a:bodyPr>
          <a:lstStyle>
            <a:lvl1pPr lvl="0" algn="ctr">
              <a:lnSpc>
                <a:spcPct val="90000"/>
              </a:lnSpc>
              <a:spcBef>
                <a:spcPts val="0"/>
              </a:spcBef>
              <a:spcAft>
                <a:spcPts val="0"/>
              </a:spcAft>
              <a:buClr>
                <a:schemeClr val="dk1"/>
              </a:buClr>
              <a:buSzPts val="14000"/>
              <a:buFont typeface="Calibri"/>
              <a:buNone/>
              <a:defRPr sz="140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3" name="Google Shape;13;p3"/>
          <p:cNvSpPr txBox="1"/>
          <p:nvPr>
            <p:ph idx="1" type="subTitle"/>
          </p:nvPr>
        </p:nvSpPr>
        <p:spPr>
          <a:xfrm>
            <a:off x="2673001" y="15901915"/>
            <a:ext cx="16038000" cy="7309800"/>
          </a:xfrm>
          <a:prstGeom prst="rect">
            <a:avLst/>
          </a:prstGeom>
          <a:noFill/>
          <a:ln>
            <a:noFill/>
          </a:ln>
        </p:spPr>
        <p:txBody>
          <a:bodyPr anchorCtr="0" anchor="t" bIns="32300" lIns="64600" spcFirstLastPara="1" rIns="64600" wrap="square" tIns="32300">
            <a:normAutofit/>
          </a:bodyPr>
          <a:lstStyle>
            <a:lvl1pPr lvl="0" algn="ctr">
              <a:lnSpc>
                <a:spcPct val="90000"/>
              </a:lnSpc>
              <a:spcBef>
                <a:spcPts val="2300"/>
              </a:spcBef>
              <a:spcAft>
                <a:spcPts val="0"/>
              </a:spcAft>
              <a:buClr>
                <a:schemeClr val="dk1"/>
              </a:buClr>
              <a:buSzPts val="5600"/>
              <a:buNone/>
              <a:defRPr sz="5600"/>
            </a:lvl1pPr>
            <a:lvl2pPr lvl="1" algn="ctr">
              <a:lnSpc>
                <a:spcPct val="90000"/>
              </a:lnSpc>
              <a:spcBef>
                <a:spcPts val="1200"/>
              </a:spcBef>
              <a:spcAft>
                <a:spcPts val="0"/>
              </a:spcAft>
              <a:buClr>
                <a:schemeClr val="dk1"/>
              </a:buClr>
              <a:buSzPts val="4700"/>
              <a:buNone/>
              <a:defRPr sz="4700"/>
            </a:lvl2pPr>
            <a:lvl3pPr lvl="2" algn="ctr">
              <a:lnSpc>
                <a:spcPct val="90000"/>
              </a:lnSpc>
              <a:spcBef>
                <a:spcPts val="1200"/>
              </a:spcBef>
              <a:spcAft>
                <a:spcPts val="0"/>
              </a:spcAft>
              <a:buClr>
                <a:schemeClr val="dk1"/>
              </a:buClr>
              <a:buSzPts val="4200"/>
              <a:buNone/>
              <a:defRPr sz="4200"/>
            </a:lvl3pPr>
            <a:lvl4pPr lvl="3" algn="ctr">
              <a:lnSpc>
                <a:spcPct val="90000"/>
              </a:lnSpc>
              <a:spcBef>
                <a:spcPts val="1200"/>
              </a:spcBef>
              <a:spcAft>
                <a:spcPts val="0"/>
              </a:spcAft>
              <a:buClr>
                <a:schemeClr val="dk1"/>
              </a:buClr>
              <a:buSzPts val="3700"/>
              <a:buNone/>
              <a:defRPr sz="3700"/>
            </a:lvl4pPr>
            <a:lvl5pPr lvl="4" algn="ctr">
              <a:lnSpc>
                <a:spcPct val="90000"/>
              </a:lnSpc>
              <a:spcBef>
                <a:spcPts val="1200"/>
              </a:spcBef>
              <a:spcAft>
                <a:spcPts val="0"/>
              </a:spcAft>
              <a:buClr>
                <a:schemeClr val="dk1"/>
              </a:buClr>
              <a:buSzPts val="3700"/>
              <a:buNone/>
              <a:defRPr sz="3700"/>
            </a:lvl5pPr>
            <a:lvl6pPr lvl="5" algn="ctr">
              <a:lnSpc>
                <a:spcPct val="90000"/>
              </a:lnSpc>
              <a:spcBef>
                <a:spcPts val="1200"/>
              </a:spcBef>
              <a:spcAft>
                <a:spcPts val="0"/>
              </a:spcAft>
              <a:buClr>
                <a:schemeClr val="dk1"/>
              </a:buClr>
              <a:buSzPts val="3700"/>
              <a:buNone/>
              <a:defRPr sz="3700"/>
            </a:lvl6pPr>
            <a:lvl7pPr lvl="6" algn="ctr">
              <a:lnSpc>
                <a:spcPct val="90000"/>
              </a:lnSpc>
              <a:spcBef>
                <a:spcPts val="1200"/>
              </a:spcBef>
              <a:spcAft>
                <a:spcPts val="0"/>
              </a:spcAft>
              <a:buClr>
                <a:schemeClr val="dk1"/>
              </a:buClr>
              <a:buSzPts val="3700"/>
              <a:buNone/>
              <a:defRPr sz="3700"/>
            </a:lvl7pPr>
            <a:lvl8pPr lvl="7" algn="ctr">
              <a:lnSpc>
                <a:spcPct val="90000"/>
              </a:lnSpc>
              <a:spcBef>
                <a:spcPts val="1200"/>
              </a:spcBef>
              <a:spcAft>
                <a:spcPts val="0"/>
              </a:spcAft>
              <a:buClr>
                <a:schemeClr val="dk1"/>
              </a:buClr>
              <a:buSzPts val="3700"/>
              <a:buNone/>
              <a:defRPr sz="3700"/>
            </a:lvl8pPr>
            <a:lvl9pPr lvl="8" algn="ctr">
              <a:lnSpc>
                <a:spcPct val="90000"/>
              </a:lnSpc>
              <a:spcBef>
                <a:spcPts val="1200"/>
              </a:spcBef>
              <a:spcAft>
                <a:spcPts val="0"/>
              </a:spcAft>
              <a:buClr>
                <a:schemeClr val="dk1"/>
              </a:buClr>
              <a:buSzPts val="3700"/>
              <a:buNone/>
              <a:defRPr sz="3700"/>
            </a:lvl9pPr>
          </a:lstStyle>
          <a:p/>
        </p:txBody>
      </p:sp>
      <p:sp>
        <p:nvSpPr>
          <p:cNvPr id="14" name="Google Shape;14;p3"/>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5" name="Google Shape;15;p3"/>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6" name="Google Shape;16;p3"/>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1470151" y="1611923"/>
            <a:ext cx="18443700" cy="5852100"/>
          </a:xfrm>
          <a:prstGeom prst="rect">
            <a:avLst/>
          </a:prstGeom>
          <a:noFill/>
          <a:ln>
            <a:noFill/>
          </a:ln>
        </p:spPr>
        <p:txBody>
          <a:bodyPr anchorCtr="0" anchor="ctr" bIns="32300" lIns="64600" spcFirstLastPara="1" rIns="64600" wrap="square" tIns="3230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9" name="Google Shape;19;p4"/>
          <p:cNvSpPr txBox="1"/>
          <p:nvPr>
            <p:ph idx="1" type="body"/>
          </p:nvPr>
        </p:nvSpPr>
        <p:spPr>
          <a:xfrm>
            <a:off x="1470151" y="8059586"/>
            <a:ext cx="18443700" cy="19209900"/>
          </a:xfrm>
          <a:prstGeom prst="rect">
            <a:avLst/>
          </a:prstGeom>
          <a:noFill/>
          <a:ln>
            <a:noFill/>
          </a:ln>
        </p:spPr>
        <p:txBody>
          <a:bodyPr anchorCtr="0" anchor="t" bIns="32300" lIns="64600" spcFirstLastPara="1" rIns="64600" wrap="square" tIns="32300">
            <a:normAutofit/>
          </a:bodyPr>
          <a:lstStyle>
            <a:lvl1pPr indent="-311150" lvl="0" marL="457200" algn="l">
              <a:lnSpc>
                <a:spcPct val="90000"/>
              </a:lnSpc>
              <a:spcBef>
                <a:spcPts val="2300"/>
              </a:spcBef>
              <a:spcAft>
                <a:spcPts val="0"/>
              </a:spcAft>
              <a:buClr>
                <a:schemeClr val="dk1"/>
              </a:buClr>
              <a:buSzPts val="1300"/>
              <a:buChar char="•"/>
              <a:defRPr/>
            </a:lvl1pPr>
            <a:lvl2pPr indent="-311150" lvl="1" marL="914400" algn="l">
              <a:lnSpc>
                <a:spcPct val="90000"/>
              </a:lnSpc>
              <a:spcBef>
                <a:spcPts val="1200"/>
              </a:spcBef>
              <a:spcAft>
                <a:spcPts val="0"/>
              </a:spcAft>
              <a:buClr>
                <a:schemeClr val="dk1"/>
              </a:buClr>
              <a:buSzPts val="1300"/>
              <a:buChar char="•"/>
              <a:defRPr/>
            </a:lvl2pPr>
            <a:lvl3pPr indent="-311150" lvl="2" marL="1371600" algn="l">
              <a:lnSpc>
                <a:spcPct val="90000"/>
              </a:lnSpc>
              <a:spcBef>
                <a:spcPts val="1200"/>
              </a:spcBef>
              <a:spcAft>
                <a:spcPts val="0"/>
              </a:spcAft>
              <a:buClr>
                <a:schemeClr val="dk1"/>
              </a:buClr>
              <a:buSzPts val="1300"/>
              <a:buChar char="•"/>
              <a:defRPr/>
            </a:lvl3pPr>
            <a:lvl4pPr indent="-311150" lvl="3" marL="1828800" algn="l">
              <a:lnSpc>
                <a:spcPct val="90000"/>
              </a:lnSpc>
              <a:spcBef>
                <a:spcPts val="1200"/>
              </a:spcBef>
              <a:spcAft>
                <a:spcPts val="0"/>
              </a:spcAft>
              <a:buClr>
                <a:schemeClr val="dk1"/>
              </a:buClr>
              <a:buSzPts val="1300"/>
              <a:buChar char="•"/>
              <a:defRPr/>
            </a:lvl4pPr>
            <a:lvl5pPr indent="-311150" lvl="4" marL="2286000" algn="l">
              <a:lnSpc>
                <a:spcPct val="90000"/>
              </a:lnSpc>
              <a:spcBef>
                <a:spcPts val="1200"/>
              </a:spcBef>
              <a:spcAft>
                <a:spcPts val="0"/>
              </a:spcAft>
              <a:buClr>
                <a:schemeClr val="dk1"/>
              </a:buClr>
              <a:buSzPts val="1300"/>
              <a:buChar char="•"/>
              <a:defRPr/>
            </a:lvl5pPr>
            <a:lvl6pPr indent="-311150" lvl="5" marL="2743200" algn="l">
              <a:lnSpc>
                <a:spcPct val="90000"/>
              </a:lnSpc>
              <a:spcBef>
                <a:spcPts val="1200"/>
              </a:spcBef>
              <a:spcAft>
                <a:spcPts val="0"/>
              </a:spcAft>
              <a:buClr>
                <a:schemeClr val="dk1"/>
              </a:buClr>
              <a:buSzPts val="1300"/>
              <a:buChar char="•"/>
              <a:defRPr/>
            </a:lvl6pPr>
            <a:lvl7pPr indent="-311150" lvl="6" marL="3200400" algn="l">
              <a:lnSpc>
                <a:spcPct val="90000"/>
              </a:lnSpc>
              <a:spcBef>
                <a:spcPts val="1200"/>
              </a:spcBef>
              <a:spcAft>
                <a:spcPts val="0"/>
              </a:spcAft>
              <a:buClr>
                <a:schemeClr val="dk1"/>
              </a:buClr>
              <a:buSzPts val="1300"/>
              <a:buChar char="•"/>
              <a:defRPr/>
            </a:lvl7pPr>
            <a:lvl8pPr indent="-311150" lvl="7" marL="3657600" algn="l">
              <a:lnSpc>
                <a:spcPct val="90000"/>
              </a:lnSpc>
              <a:spcBef>
                <a:spcPts val="1200"/>
              </a:spcBef>
              <a:spcAft>
                <a:spcPts val="0"/>
              </a:spcAft>
              <a:buClr>
                <a:schemeClr val="dk1"/>
              </a:buClr>
              <a:buSzPts val="1300"/>
              <a:buChar char="•"/>
              <a:defRPr/>
            </a:lvl8pPr>
            <a:lvl9pPr indent="-311150" lvl="8" marL="4114800" algn="l">
              <a:lnSpc>
                <a:spcPct val="90000"/>
              </a:lnSpc>
              <a:spcBef>
                <a:spcPts val="1200"/>
              </a:spcBef>
              <a:spcAft>
                <a:spcPts val="0"/>
              </a:spcAft>
              <a:buClr>
                <a:schemeClr val="dk1"/>
              </a:buClr>
              <a:buSzPts val="1300"/>
              <a:buChar char="•"/>
              <a:defRPr/>
            </a:lvl9pPr>
          </a:lstStyle>
          <a:p/>
        </p:txBody>
      </p:sp>
      <p:sp>
        <p:nvSpPr>
          <p:cNvPr id="20" name="Google Shape;20;p4"/>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1" name="Google Shape;21;p4"/>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2" name="Google Shape;22;p4"/>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1459014" y="7547987"/>
            <a:ext cx="18443700" cy="12594000"/>
          </a:xfrm>
          <a:prstGeom prst="rect">
            <a:avLst/>
          </a:prstGeom>
          <a:noFill/>
          <a:ln>
            <a:noFill/>
          </a:ln>
        </p:spPr>
        <p:txBody>
          <a:bodyPr anchorCtr="0" anchor="b" bIns="32300" lIns="64600" spcFirstLastPara="1" rIns="64600" wrap="square" tIns="32300">
            <a:normAutofit/>
          </a:bodyPr>
          <a:lstStyle>
            <a:lvl1pPr lvl="0" algn="l">
              <a:lnSpc>
                <a:spcPct val="90000"/>
              </a:lnSpc>
              <a:spcBef>
                <a:spcPts val="0"/>
              </a:spcBef>
              <a:spcAft>
                <a:spcPts val="0"/>
              </a:spcAft>
              <a:buClr>
                <a:schemeClr val="dk1"/>
              </a:buClr>
              <a:buSzPts val="14000"/>
              <a:buFont typeface="Calibri"/>
              <a:buNone/>
              <a:defRPr sz="140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5" name="Google Shape;25;p5"/>
          <p:cNvSpPr txBox="1"/>
          <p:nvPr>
            <p:ph idx="1" type="body"/>
          </p:nvPr>
        </p:nvSpPr>
        <p:spPr>
          <a:xfrm>
            <a:off x="1459014" y="20261107"/>
            <a:ext cx="18443700" cy="6622800"/>
          </a:xfrm>
          <a:prstGeom prst="rect">
            <a:avLst/>
          </a:prstGeom>
          <a:noFill/>
          <a:ln>
            <a:noFill/>
          </a:ln>
        </p:spPr>
        <p:txBody>
          <a:bodyPr anchorCtr="0" anchor="t" bIns="32300" lIns="64600" spcFirstLastPara="1" rIns="64600" wrap="square" tIns="32300">
            <a:normAutofit/>
          </a:bodyPr>
          <a:lstStyle>
            <a:lvl1pPr indent="-228600" lvl="0" marL="457200" algn="l">
              <a:lnSpc>
                <a:spcPct val="90000"/>
              </a:lnSpc>
              <a:spcBef>
                <a:spcPts val="2300"/>
              </a:spcBef>
              <a:spcAft>
                <a:spcPts val="0"/>
              </a:spcAft>
              <a:buClr>
                <a:schemeClr val="dk1"/>
              </a:buClr>
              <a:buSzPts val="5600"/>
              <a:buNone/>
              <a:defRPr sz="5600">
                <a:solidFill>
                  <a:schemeClr val="dk1"/>
                </a:solidFill>
              </a:defRPr>
            </a:lvl1pPr>
            <a:lvl2pPr indent="-228600" lvl="1" marL="914400" algn="l">
              <a:lnSpc>
                <a:spcPct val="90000"/>
              </a:lnSpc>
              <a:spcBef>
                <a:spcPts val="1200"/>
              </a:spcBef>
              <a:spcAft>
                <a:spcPts val="0"/>
              </a:spcAft>
              <a:buClr>
                <a:srgbClr val="888888"/>
              </a:buClr>
              <a:buSzPts val="4700"/>
              <a:buNone/>
              <a:defRPr sz="4700">
                <a:solidFill>
                  <a:srgbClr val="888888"/>
                </a:solidFill>
              </a:defRPr>
            </a:lvl2pPr>
            <a:lvl3pPr indent="-228600" lvl="2" marL="1371600" algn="l">
              <a:lnSpc>
                <a:spcPct val="90000"/>
              </a:lnSpc>
              <a:spcBef>
                <a:spcPts val="1200"/>
              </a:spcBef>
              <a:spcAft>
                <a:spcPts val="0"/>
              </a:spcAft>
              <a:buClr>
                <a:srgbClr val="888888"/>
              </a:buClr>
              <a:buSzPts val="4200"/>
              <a:buNone/>
              <a:defRPr sz="4200">
                <a:solidFill>
                  <a:srgbClr val="888888"/>
                </a:solidFill>
              </a:defRPr>
            </a:lvl3pPr>
            <a:lvl4pPr indent="-228600" lvl="3" marL="1828800" algn="l">
              <a:lnSpc>
                <a:spcPct val="90000"/>
              </a:lnSpc>
              <a:spcBef>
                <a:spcPts val="1200"/>
              </a:spcBef>
              <a:spcAft>
                <a:spcPts val="0"/>
              </a:spcAft>
              <a:buClr>
                <a:srgbClr val="888888"/>
              </a:buClr>
              <a:buSzPts val="3700"/>
              <a:buNone/>
              <a:defRPr sz="3700">
                <a:solidFill>
                  <a:srgbClr val="888888"/>
                </a:solidFill>
              </a:defRPr>
            </a:lvl4pPr>
            <a:lvl5pPr indent="-228600" lvl="4" marL="2286000" algn="l">
              <a:lnSpc>
                <a:spcPct val="90000"/>
              </a:lnSpc>
              <a:spcBef>
                <a:spcPts val="1200"/>
              </a:spcBef>
              <a:spcAft>
                <a:spcPts val="0"/>
              </a:spcAft>
              <a:buClr>
                <a:srgbClr val="888888"/>
              </a:buClr>
              <a:buSzPts val="3700"/>
              <a:buNone/>
              <a:defRPr sz="3700">
                <a:solidFill>
                  <a:srgbClr val="888888"/>
                </a:solidFill>
              </a:defRPr>
            </a:lvl5pPr>
            <a:lvl6pPr indent="-228600" lvl="5" marL="2743200" algn="l">
              <a:lnSpc>
                <a:spcPct val="90000"/>
              </a:lnSpc>
              <a:spcBef>
                <a:spcPts val="1200"/>
              </a:spcBef>
              <a:spcAft>
                <a:spcPts val="0"/>
              </a:spcAft>
              <a:buClr>
                <a:srgbClr val="888888"/>
              </a:buClr>
              <a:buSzPts val="3700"/>
              <a:buNone/>
              <a:defRPr sz="3700">
                <a:solidFill>
                  <a:srgbClr val="888888"/>
                </a:solidFill>
              </a:defRPr>
            </a:lvl6pPr>
            <a:lvl7pPr indent="-228600" lvl="6" marL="3200400" algn="l">
              <a:lnSpc>
                <a:spcPct val="90000"/>
              </a:lnSpc>
              <a:spcBef>
                <a:spcPts val="1200"/>
              </a:spcBef>
              <a:spcAft>
                <a:spcPts val="0"/>
              </a:spcAft>
              <a:buClr>
                <a:srgbClr val="888888"/>
              </a:buClr>
              <a:buSzPts val="3700"/>
              <a:buNone/>
              <a:defRPr sz="3700">
                <a:solidFill>
                  <a:srgbClr val="888888"/>
                </a:solidFill>
              </a:defRPr>
            </a:lvl7pPr>
            <a:lvl8pPr indent="-228600" lvl="7" marL="3657600" algn="l">
              <a:lnSpc>
                <a:spcPct val="90000"/>
              </a:lnSpc>
              <a:spcBef>
                <a:spcPts val="1200"/>
              </a:spcBef>
              <a:spcAft>
                <a:spcPts val="0"/>
              </a:spcAft>
              <a:buClr>
                <a:srgbClr val="888888"/>
              </a:buClr>
              <a:buSzPts val="3700"/>
              <a:buNone/>
              <a:defRPr sz="3700">
                <a:solidFill>
                  <a:srgbClr val="888888"/>
                </a:solidFill>
              </a:defRPr>
            </a:lvl8pPr>
            <a:lvl9pPr indent="-228600" lvl="8" marL="4114800" algn="l">
              <a:lnSpc>
                <a:spcPct val="90000"/>
              </a:lnSpc>
              <a:spcBef>
                <a:spcPts val="1200"/>
              </a:spcBef>
              <a:spcAft>
                <a:spcPts val="0"/>
              </a:spcAft>
              <a:buClr>
                <a:srgbClr val="888888"/>
              </a:buClr>
              <a:buSzPts val="3700"/>
              <a:buNone/>
              <a:defRPr sz="3700">
                <a:solidFill>
                  <a:srgbClr val="888888"/>
                </a:solidFill>
              </a:defRPr>
            </a:lvl9pPr>
          </a:lstStyle>
          <a:p/>
        </p:txBody>
      </p:sp>
      <p:sp>
        <p:nvSpPr>
          <p:cNvPr id="26" name="Google Shape;26;p5"/>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7" name="Google Shape;27;p5"/>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28" name="Google Shape;28;p5"/>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1470151" y="1611923"/>
            <a:ext cx="18443700" cy="5852100"/>
          </a:xfrm>
          <a:prstGeom prst="rect">
            <a:avLst/>
          </a:prstGeom>
          <a:noFill/>
          <a:ln>
            <a:noFill/>
          </a:ln>
        </p:spPr>
        <p:txBody>
          <a:bodyPr anchorCtr="0" anchor="ctr" bIns="32300" lIns="64600" spcFirstLastPara="1" rIns="64600" wrap="square" tIns="3230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31" name="Google Shape;31;p6"/>
          <p:cNvSpPr txBox="1"/>
          <p:nvPr>
            <p:ph idx="1" type="body"/>
          </p:nvPr>
        </p:nvSpPr>
        <p:spPr>
          <a:xfrm>
            <a:off x="1470151" y="8059586"/>
            <a:ext cx="9088200" cy="19209900"/>
          </a:xfrm>
          <a:prstGeom prst="rect">
            <a:avLst/>
          </a:prstGeom>
          <a:noFill/>
          <a:ln>
            <a:noFill/>
          </a:ln>
        </p:spPr>
        <p:txBody>
          <a:bodyPr anchorCtr="0" anchor="t" bIns="32300" lIns="64600" spcFirstLastPara="1" rIns="64600" wrap="square" tIns="32300">
            <a:normAutofit/>
          </a:bodyPr>
          <a:lstStyle>
            <a:lvl1pPr indent="-311150" lvl="0" marL="457200" algn="l">
              <a:lnSpc>
                <a:spcPct val="90000"/>
              </a:lnSpc>
              <a:spcBef>
                <a:spcPts val="2300"/>
              </a:spcBef>
              <a:spcAft>
                <a:spcPts val="0"/>
              </a:spcAft>
              <a:buClr>
                <a:schemeClr val="dk1"/>
              </a:buClr>
              <a:buSzPts val="1300"/>
              <a:buChar char="•"/>
              <a:defRPr/>
            </a:lvl1pPr>
            <a:lvl2pPr indent="-311150" lvl="1" marL="914400" algn="l">
              <a:lnSpc>
                <a:spcPct val="90000"/>
              </a:lnSpc>
              <a:spcBef>
                <a:spcPts val="1200"/>
              </a:spcBef>
              <a:spcAft>
                <a:spcPts val="0"/>
              </a:spcAft>
              <a:buClr>
                <a:schemeClr val="dk1"/>
              </a:buClr>
              <a:buSzPts val="1300"/>
              <a:buChar char="•"/>
              <a:defRPr/>
            </a:lvl2pPr>
            <a:lvl3pPr indent="-311150" lvl="2" marL="1371600" algn="l">
              <a:lnSpc>
                <a:spcPct val="90000"/>
              </a:lnSpc>
              <a:spcBef>
                <a:spcPts val="1200"/>
              </a:spcBef>
              <a:spcAft>
                <a:spcPts val="0"/>
              </a:spcAft>
              <a:buClr>
                <a:schemeClr val="dk1"/>
              </a:buClr>
              <a:buSzPts val="1300"/>
              <a:buChar char="•"/>
              <a:defRPr/>
            </a:lvl3pPr>
            <a:lvl4pPr indent="-311150" lvl="3" marL="1828800" algn="l">
              <a:lnSpc>
                <a:spcPct val="90000"/>
              </a:lnSpc>
              <a:spcBef>
                <a:spcPts val="1200"/>
              </a:spcBef>
              <a:spcAft>
                <a:spcPts val="0"/>
              </a:spcAft>
              <a:buClr>
                <a:schemeClr val="dk1"/>
              </a:buClr>
              <a:buSzPts val="1300"/>
              <a:buChar char="•"/>
              <a:defRPr/>
            </a:lvl4pPr>
            <a:lvl5pPr indent="-311150" lvl="4" marL="2286000" algn="l">
              <a:lnSpc>
                <a:spcPct val="90000"/>
              </a:lnSpc>
              <a:spcBef>
                <a:spcPts val="1200"/>
              </a:spcBef>
              <a:spcAft>
                <a:spcPts val="0"/>
              </a:spcAft>
              <a:buClr>
                <a:schemeClr val="dk1"/>
              </a:buClr>
              <a:buSzPts val="1300"/>
              <a:buChar char="•"/>
              <a:defRPr/>
            </a:lvl5pPr>
            <a:lvl6pPr indent="-311150" lvl="5" marL="2743200" algn="l">
              <a:lnSpc>
                <a:spcPct val="90000"/>
              </a:lnSpc>
              <a:spcBef>
                <a:spcPts val="1200"/>
              </a:spcBef>
              <a:spcAft>
                <a:spcPts val="0"/>
              </a:spcAft>
              <a:buClr>
                <a:schemeClr val="dk1"/>
              </a:buClr>
              <a:buSzPts val="1300"/>
              <a:buChar char="•"/>
              <a:defRPr/>
            </a:lvl6pPr>
            <a:lvl7pPr indent="-311150" lvl="6" marL="3200400" algn="l">
              <a:lnSpc>
                <a:spcPct val="90000"/>
              </a:lnSpc>
              <a:spcBef>
                <a:spcPts val="1200"/>
              </a:spcBef>
              <a:spcAft>
                <a:spcPts val="0"/>
              </a:spcAft>
              <a:buClr>
                <a:schemeClr val="dk1"/>
              </a:buClr>
              <a:buSzPts val="1300"/>
              <a:buChar char="•"/>
              <a:defRPr/>
            </a:lvl7pPr>
            <a:lvl8pPr indent="-311150" lvl="7" marL="3657600" algn="l">
              <a:lnSpc>
                <a:spcPct val="90000"/>
              </a:lnSpc>
              <a:spcBef>
                <a:spcPts val="1200"/>
              </a:spcBef>
              <a:spcAft>
                <a:spcPts val="0"/>
              </a:spcAft>
              <a:buClr>
                <a:schemeClr val="dk1"/>
              </a:buClr>
              <a:buSzPts val="1300"/>
              <a:buChar char="•"/>
              <a:defRPr/>
            </a:lvl8pPr>
            <a:lvl9pPr indent="-311150" lvl="8" marL="4114800" algn="l">
              <a:lnSpc>
                <a:spcPct val="90000"/>
              </a:lnSpc>
              <a:spcBef>
                <a:spcPts val="1200"/>
              </a:spcBef>
              <a:spcAft>
                <a:spcPts val="0"/>
              </a:spcAft>
              <a:buClr>
                <a:schemeClr val="dk1"/>
              </a:buClr>
              <a:buSzPts val="1300"/>
              <a:buChar char="•"/>
              <a:defRPr/>
            </a:lvl9pPr>
          </a:lstStyle>
          <a:p/>
        </p:txBody>
      </p:sp>
      <p:sp>
        <p:nvSpPr>
          <p:cNvPr id="32" name="Google Shape;32;p6"/>
          <p:cNvSpPr txBox="1"/>
          <p:nvPr>
            <p:ph idx="2" type="body"/>
          </p:nvPr>
        </p:nvSpPr>
        <p:spPr>
          <a:xfrm>
            <a:off x="10825654" y="8059586"/>
            <a:ext cx="9088200" cy="19209900"/>
          </a:xfrm>
          <a:prstGeom prst="rect">
            <a:avLst/>
          </a:prstGeom>
          <a:noFill/>
          <a:ln>
            <a:noFill/>
          </a:ln>
        </p:spPr>
        <p:txBody>
          <a:bodyPr anchorCtr="0" anchor="t" bIns="32300" lIns="64600" spcFirstLastPara="1" rIns="64600" wrap="square" tIns="32300">
            <a:normAutofit/>
          </a:bodyPr>
          <a:lstStyle>
            <a:lvl1pPr indent="-311150" lvl="0" marL="457200" algn="l">
              <a:lnSpc>
                <a:spcPct val="90000"/>
              </a:lnSpc>
              <a:spcBef>
                <a:spcPts val="2300"/>
              </a:spcBef>
              <a:spcAft>
                <a:spcPts val="0"/>
              </a:spcAft>
              <a:buClr>
                <a:schemeClr val="dk1"/>
              </a:buClr>
              <a:buSzPts val="1300"/>
              <a:buChar char="•"/>
              <a:defRPr/>
            </a:lvl1pPr>
            <a:lvl2pPr indent="-311150" lvl="1" marL="914400" algn="l">
              <a:lnSpc>
                <a:spcPct val="90000"/>
              </a:lnSpc>
              <a:spcBef>
                <a:spcPts val="1200"/>
              </a:spcBef>
              <a:spcAft>
                <a:spcPts val="0"/>
              </a:spcAft>
              <a:buClr>
                <a:schemeClr val="dk1"/>
              </a:buClr>
              <a:buSzPts val="1300"/>
              <a:buChar char="•"/>
              <a:defRPr/>
            </a:lvl2pPr>
            <a:lvl3pPr indent="-311150" lvl="2" marL="1371600" algn="l">
              <a:lnSpc>
                <a:spcPct val="90000"/>
              </a:lnSpc>
              <a:spcBef>
                <a:spcPts val="1200"/>
              </a:spcBef>
              <a:spcAft>
                <a:spcPts val="0"/>
              </a:spcAft>
              <a:buClr>
                <a:schemeClr val="dk1"/>
              </a:buClr>
              <a:buSzPts val="1300"/>
              <a:buChar char="•"/>
              <a:defRPr/>
            </a:lvl3pPr>
            <a:lvl4pPr indent="-311150" lvl="3" marL="1828800" algn="l">
              <a:lnSpc>
                <a:spcPct val="90000"/>
              </a:lnSpc>
              <a:spcBef>
                <a:spcPts val="1200"/>
              </a:spcBef>
              <a:spcAft>
                <a:spcPts val="0"/>
              </a:spcAft>
              <a:buClr>
                <a:schemeClr val="dk1"/>
              </a:buClr>
              <a:buSzPts val="1300"/>
              <a:buChar char="•"/>
              <a:defRPr/>
            </a:lvl4pPr>
            <a:lvl5pPr indent="-311150" lvl="4" marL="2286000" algn="l">
              <a:lnSpc>
                <a:spcPct val="90000"/>
              </a:lnSpc>
              <a:spcBef>
                <a:spcPts val="1200"/>
              </a:spcBef>
              <a:spcAft>
                <a:spcPts val="0"/>
              </a:spcAft>
              <a:buClr>
                <a:schemeClr val="dk1"/>
              </a:buClr>
              <a:buSzPts val="1300"/>
              <a:buChar char="•"/>
              <a:defRPr/>
            </a:lvl5pPr>
            <a:lvl6pPr indent="-311150" lvl="5" marL="2743200" algn="l">
              <a:lnSpc>
                <a:spcPct val="90000"/>
              </a:lnSpc>
              <a:spcBef>
                <a:spcPts val="1200"/>
              </a:spcBef>
              <a:spcAft>
                <a:spcPts val="0"/>
              </a:spcAft>
              <a:buClr>
                <a:schemeClr val="dk1"/>
              </a:buClr>
              <a:buSzPts val="1300"/>
              <a:buChar char="•"/>
              <a:defRPr/>
            </a:lvl6pPr>
            <a:lvl7pPr indent="-311150" lvl="6" marL="3200400" algn="l">
              <a:lnSpc>
                <a:spcPct val="90000"/>
              </a:lnSpc>
              <a:spcBef>
                <a:spcPts val="1200"/>
              </a:spcBef>
              <a:spcAft>
                <a:spcPts val="0"/>
              </a:spcAft>
              <a:buClr>
                <a:schemeClr val="dk1"/>
              </a:buClr>
              <a:buSzPts val="1300"/>
              <a:buChar char="•"/>
              <a:defRPr/>
            </a:lvl7pPr>
            <a:lvl8pPr indent="-311150" lvl="7" marL="3657600" algn="l">
              <a:lnSpc>
                <a:spcPct val="90000"/>
              </a:lnSpc>
              <a:spcBef>
                <a:spcPts val="1200"/>
              </a:spcBef>
              <a:spcAft>
                <a:spcPts val="0"/>
              </a:spcAft>
              <a:buClr>
                <a:schemeClr val="dk1"/>
              </a:buClr>
              <a:buSzPts val="1300"/>
              <a:buChar char="•"/>
              <a:defRPr/>
            </a:lvl8pPr>
            <a:lvl9pPr indent="-311150" lvl="8" marL="4114800" algn="l">
              <a:lnSpc>
                <a:spcPct val="90000"/>
              </a:lnSpc>
              <a:spcBef>
                <a:spcPts val="1200"/>
              </a:spcBef>
              <a:spcAft>
                <a:spcPts val="0"/>
              </a:spcAft>
              <a:buClr>
                <a:schemeClr val="dk1"/>
              </a:buClr>
              <a:buSzPts val="1300"/>
              <a:buChar char="•"/>
              <a:defRPr/>
            </a:lvl9pPr>
          </a:lstStyle>
          <a:p/>
        </p:txBody>
      </p:sp>
      <p:sp>
        <p:nvSpPr>
          <p:cNvPr id="33" name="Google Shape;33;p6"/>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34" name="Google Shape;34;p6"/>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35" name="Google Shape;35;p6"/>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1472936" y="1611923"/>
            <a:ext cx="18443700" cy="5852100"/>
          </a:xfrm>
          <a:prstGeom prst="rect">
            <a:avLst/>
          </a:prstGeom>
          <a:noFill/>
          <a:ln>
            <a:noFill/>
          </a:ln>
        </p:spPr>
        <p:txBody>
          <a:bodyPr anchorCtr="0" anchor="ctr" bIns="32300" lIns="64600" spcFirstLastPara="1" rIns="64600" wrap="square" tIns="3230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38" name="Google Shape;38;p7"/>
          <p:cNvSpPr txBox="1"/>
          <p:nvPr>
            <p:ph idx="1" type="body"/>
          </p:nvPr>
        </p:nvSpPr>
        <p:spPr>
          <a:xfrm>
            <a:off x="1472939" y="7421829"/>
            <a:ext cx="9046500" cy="3637200"/>
          </a:xfrm>
          <a:prstGeom prst="rect">
            <a:avLst/>
          </a:prstGeom>
          <a:noFill/>
          <a:ln>
            <a:noFill/>
          </a:ln>
        </p:spPr>
        <p:txBody>
          <a:bodyPr anchorCtr="0" anchor="b" bIns="32300" lIns="64600" spcFirstLastPara="1" rIns="64600" wrap="square" tIns="32300">
            <a:normAutofit/>
          </a:bodyPr>
          <a:lstStyle>
            <a:lvl1pPr indent="-228600" lvl="0" marL="457200" algn="l">
              <a:lnSpc>
                <a:spcPct val="90000"/>
              </a:lnSpc>
              <a:spcBef>
                <a:spcPts val="2300"/>
              </a:spcBef>
              <a:spcAft>
                <a:spcPts val="0"/>
              </a:spcAft>
              <a:buClr>
                <a:schemeClr val="dk1"/>
              </a:buClr>
              <a:buSzPts val="5600"/>
              <a:buNone/>
              <a:defRPr b="1" sz="5600"/>
            </a:lvl1pPr>
            <a:lvl2pPr indent="-228600" lvl="1" marL="914400" algn="l">
              <a:lnSpc>
                <a:spcPct val="90000"/>
              </a:lnSpc>
              <a:spcBef>
                <a:spcPts val="1200"/>
              </a:spcBef>
              <a:spcAft>
                <a:spcPts val="0"/>
              </a:spcAft>
              <a:buClr>
                <a:schemeClr val="dk1"/>
              </a:buClr>
              <a:buSzPts val="4700"/>
              <a:buNone/>
              <a:defRPr b="1" sz="4700"/>
            </a:lvl2pPr>
            <a:lvl3pPr indent="-228600" lvl="2" marL="1371600" algn="l">
              <a:lnSpc>
                <a:spcPct val="90000"/>
              </a:lnSpc>
              <a:spcBef>
                <a:spcPts val="1200"/>
              </a:spcBef>
              <a:spcAft>
                <a:spcPts val="0"/>
              </a:spcAft>
              <a:buClr>
                <a:schemeClr val="dk1"/>
              </a:buClr>
              <a:buSzPts val="4200"/>
              <a:buNone/>
              <a:defRPr b="1" sz="4200"/>
            </a:lvl3pPr>
            <a:lvl4pPr indent="-228600" lvl="3" marL="1828800" algn="l">
              <a:lnSpc>
                <a:spcPct val="90000"/>
              </a:lnSpc>
              <a:spcBef>
                <a:spcPts val="1200"/>
              </a:spcBef>
              <a:spcAft>
                <a:spcPts val="0"/>
              </a:spcAft>
              <a:buClr>
                <a:schemeClr val="dk1"/>
              </a:buClr>
              <a:buSzPts val="3700"/>
              <a:buNone/>
              <a:defRPr b="1" sz="3700"/>
            </a:lvl4pPr>
            <a:lvl5pPr indent="-228600" lvl="4" marL="2286000" algn="l">
              <a:lnSpc>
                <a:spcPct val="90000"/>
              </a:lnSpc>
              <a:spcBef>
                <a:spcPts val="1200"/>
              </a:spcBef>
              <a:spcAft>
                <a:spcPts val="0"/>
              </a:spcAft>
              <a:buClr>
                <a:schemeClr val="dk1"/>
              </a:buClr>
              <a:buSzPts val="3700"/>
              <a:buNone/>
              <a:defRPr b="1" sz="3700"/>
            </a:lvl5pPr>
            <a:lvl6pPr indent="-228600" lvl="5" marL="2743200" algn="l">
              <a:lnSpc>
                <a:spcPct val="90000"/>
              </a:lnSpc>
              <a:spcBef>
                <a:spcPts val="1200"/>
              </a:spcBef>
              <a:spcAft>
                <a:spcPts val="0"/>
              </a:spcAft>
              <a:buClr>
                <a:schemeClr val="dk1"/>
              </a:buClr>
              <a:buSzPts val="3700"/>
              <a:buNone/>
              <a:defRPr b="1" sz="3700"/>
            </a:lvl6pPr>
            <a:lvl7pPr indent="-228600" lvl="6" marL="3200400" algn="l">
              <a:lnSpc>
                <a:spcPct val="90000"/>
              </a:lnSpc>
              <a:spcBef>
                <a:spcPts val="1200"/>
              </a:spcBef>
              <a:spcAft>
                <a:spcPts val="0"/>
              </a:spcAft>
              <a:buClr>
                <a:schemeClr val="dk1"/>
              </a:buClr>
              <a:buSzPts val="3700"/>
              <a:buNone/>
              <a:defRPr b="1" sz="3700"/>
            </a:lvl7pPr>
            <a:lvl8pPr indent="-228600" lvl="7" marL="3657600" algn="l">
              <a:lnSpc>
                <a:spcPct val="90000"/>
              </a:lnSpc>
              <a:spcBef>
                <a:spcPts val="1200"/>
              </a:spcBef>
              <a:spcAft>
                <a:spcPts val="0"/>
              </a:spcAft>
              <a:buClr>
                <a:schemeClr val="dk1"/>
              </a:buClr>
              <a:buSzPts val="3700"/>
              <a:buNone/>
              <a:defRPr b="1" sz="3700"/>
            </a:lvl8pPr>
            <a:lvl9pPr indent="-228600" lvl="8" marL="4114800" algn="l">
              <a:lnSpc>
                <a:spcPct val="90000"/>
              </a:lnSpc>
              <a:spcBef>
                <a:spcPts val="1200"/>
              </a:spcBef>
              <a:spcAft>
                <a:spcPts val="0"/>
              </a:spcAft>
              <a:buClr>
                <a:schemeClr val="dk1"/>
              </a:buClr>
              <a:buSzPts val="3700"/>
              <a:buNone/>
              <a:defRPr b="1" sz="3700"/>
            </a:lvl9pPr>
          </a:lstStyle>
          <a:p/>
        </p:txBody>
      </p:sp>
      <p:sp>
        <p:nvSpPr>
          <p:cNvPr id="39" name="Google Shape;39;p7"/>
          <p:cNvSpPr txBox="1"/>
          <p:nvPr>
            <p:ph idx="2" type="body"/>
          </p:nvPr>
        </p:nvSpPr>
        <p:spPr>
          <a:xfrm>
            <a:off x="1472939" y="11059154"/>
            <a:ext cx="9046500" cy="16266300"/>
          </a:xfrm>
          <a:prstGeom prst="rect">
            <a:avLst/>
          </a:prstGeom>
          <a:noFill/>
          <a:ln>
            <a:noFill/>
          </a:ln>
        </p:spPr>
        <p:txBody>
          <a:bodyPr anchorCtr="0" anchor="t" bIns="32300" lIns="64600" spcFirstLastPara="1" rIns="64600" wrap="square" tIns="32300">
            <a:normAutofit/>
          </a:bodyPr>
          <a:lstStyle>
            <a:lvl1pPr indent="-311150" lvl="0" marL="457200" algn="l">
              <a:lnSpc>
                <a:spcPct val="90000"/>
              </a:lnSpc>
              <a:spcBef>
                <a:spcPts val="2300"/>
              </a:spcBef>
              <a:spcAft>
                <a:spcPts val="0"/>
              </a:spcAft>
              <a:buClr>
                <a:schemeClr val="dk1"/>
              </a:buClr>
              <a:buSzPts val="1300"/>
              <a:buChar char="•"/>
              <a:defRPr/>
            </a:lvl1pPr>
            <a:lvl2pPr indent="-311150" lvl="1" marL="914400" algn="l">
              <a:lnSpc>
                <a:spcPct val="90000"/>
              </a:lnSpc>
              <a:spcBef>
                <a:spcPts val="1200"/>
              </a:spcBef>
              <a:spcAft>
                <a:spcPts val="0"/>
              </a:spcAft>
              <a:buClr>
                <a:schemeClr val="dk1"/>
              </a:buClr>
              <a:buSzPts val="1300"/>
              <a:buChar char="•"/>
              <a:defRPr/>
            </a:lvl2pPr>
            <a:lvl3pPr indent="-311150" lvl="2" marL="1371600" algn="l">
              <a:lnSpc>
                <a:spcPct val="90000"/>
              </a:lnSpc>
              <a:spcBef>
                <a:spcPts val="1200"/>
              </a:spcBef>
              <a:spcAft>
                <a:spcPts val="0"/>
              </a:spcAft>
              <a:buClr>
                <a:schemeClr val="dk1"/>
              </a:buClr>
              <a:buSzPts val="1300"/>
              <a:buChar char="•"/>
              <a:defRPr/>
            </a:lvl3pPr>
            <a:lvl4pPr indent="-311150" lvl="3" marL="1828800" algn="l">
              <a:lnSpc>
                <a:spcPct val="90000"/>
              </a:lnSpc>
              <a:spcBef>
                <a:spcPts val="1200"/>
              </a:spcBef>
              <a:spcAft>
                <a:spcPts val="0"/>
              </a:spcAft>
              <a:buClr>
                <a:schemeClr val="dk1"/>
              </a:buClr>
              <a:buSzPts val="1300"/>
              <a:buChar char="•"/>
              <a:defRPr/>
            </a:lvl4pPr>
            <a:lvl5pPr indent="-311150" lvl="4" marL="2286000" algn="l">
              <a:lnSpc>
                <a:spcPct val="90000"/>
              </a:lnSpc>
              <a:spcBef>
                <a:spcPts val="1200"/>
              </a:spcBef>
              <a:spcAft>
                <a:spcPts val="0"/>
              </a:spcAft>
              <a:buClr>
                <a:schemeClr val="dk1"/>
              </a:buClr>
              <a:buSzPts val="1300"/>
              <a:buChar char="•"/>
              <a:defRPr/>
            </a:lvl5pPr>
            <a:lvl6pPr indent="-311150" lvl="5" marL="2743200" algn="l">
              <a:lnSpc>
                <a:spcPct val="90000"/>
              </a:lnSpc>
              <a:spcBef>
                <a:spcPts val="1200"/>
              </a:spcBef>
              <a:spcAft>
                <a:spcPts val="0"/>
              </a:spcAft>
              <a:buClr>
                <a:schemeClr val="dk1"/>
              </a:buClr>
              <a:buSzPts val="1300"/>
              <a:buChar char="•"/>
              <a:defRPr/>
            </a:lvl6pPr>
            <a:lvl7pPr indent="-311150" lvl="6" marL="3200400" algn="l">
              <a:lnSpc>
                <a:spcPct val="90000"/>
              </a:lnSpc>
              <a:spcBef>
                <a:spcPts val="1200"/>
              </a:spcBef>
              <a:spcAft>
                <a:spcPts val="0"/>
              </a:spcAft>
              <a:buClr>
                <a:schemeClr val="dk1"/>
              </a:buClr>
              <a:buSzPts val="1300"/>
              <a:buChar char="•"/>
              <a:defRPr/>
            </a:lvl7pPr>
            <a:lvl8pPr indent="-311150" lvl="7" marL="3657600" algn="l">
              <a:lnSpc>
                <a:spcPct val="90000"/>
              </a:lnSpc>
              <a:spcBef>
                <a:spcPts val="1200"/>
              </a:spcBef>
              <a:spcAft>
                <a:spcPts val="0"/>
              </a:spcAft>
              <a:buClr>
                <a:schemeClr val="dk1"/>
              </a:buClr>
              <a:buSzPts val="1300"/>
              <a:buChar char="•"/>
              <a:defRPr/>
            </a:lvl8pPr>
            <a:lvl9pPr indent="-311150" lvl="8" marL="4114800" algn="l">
              <a:lnSpc>
                <a:spcPct val="90000"/>
              </a:lnSpc>
              <a:spcBef>
                <a:spcPts val="1200"/>
              </a:spcBef>
              <a:spcAft>
                <a:spcPts val="0"/>
              </a:spcAft>
              <a:buClr>
                <a:schemeClr val="dk1"/>
              </a:buClr>
              <a:buSzPts val="1300"/>
              <a:buChar char="•"/>
              <a:defRPr/>
            </a:lvl9pPr>
          </a:lstStyle>
          <a:p/>
        </p:txBody>
      </p:sp>
      <p:sp>
        <p:nvSpPr>
          <p:cNvPr id="40" name="Google Shape;40;p7"/>
          <p:cNvSpPr txBox="1"/>
          <p:nvPr>
            <p:ph idx="3" type="body"/>
          </p:nvPr>
        </p:nvSpPr>
        <p:spPr>
          <a:xfrm>
            <a:off x="10825656" y="7421829"/>
            <a:ext cx="9090900" cy="3637200"/>
          </a:xfrm>
          <a:prstGeom prst="rect">
            <a:avLst/>
          </a:prstGeom>
          <a:noFill/>
          <a:ln>
            <a:noFill/>
          </a:ln>
        </p:spPr>
        <p:txBody>
          <a:bodyPr anchorCtr="0" anchor="b" bIns="32300" lIns="64600" spcFirstLastPara="1" rIns="64600" wrap="square" tIns="32300">
            <a:normAutofit/>
          </a:bodyPr>
          <a:lstStyle>
            <a:lvl1pPr indent="-228600" lvl="0" marL="457200" algn="l">
              <a:lnSpc>
                <a:spcPct val="90000"/>
              </a:lnSpc>
              <a:spcBef>
                <a:spcPts val="2300"/>
              </a:spcBef>
              <a:spcAft>
                <a:spcPts val="0"/>
              </a:spcAft>
              <a:buClr>
                <a:schemeClr val="dk1"/>
              </a:buClr>
              <a:buSzPts val="5600"/>
              <a:buNone/>
              <a:defRPr b="1" sz="5600"/>
            </a:lvl1pPr>
            <a:lvl2pPr indent="-228600" lvl="1" marL="914400" algn="l">
              <a:lnSpc>
                <a:spcPct val="90000"/>
              </a:lnSpc>
              <a:spcBef>
                <a:spcPts val="1200"/>
              </a:spcBef>
              <a:spcAft>
                <a:spcPts val="0"/>
              </a:spcAft>
              <a:buClr>
                <a:schemeClr val="dk1"/>
              </a:buClr>
              <a:buSzPts val="4700"/>
              <a:buNone/>
              <a:defRPr b="1" sz="4700"/>
            </a:lvl2pPr>
            <a:lvl3pPr indent="-228600" lvl="2" marL="1371600" algn="l">
              <a:lnSpc>
                <a:spcPct val="90000"/>
              </a:lnSpc>
              <a:spcBef>
                <a:spcPts val="1200"/>
              </a:spcBef>
              <a:spcAft>
                <a:spcPts val="0"/>
              </a:spcAft>
              <a:buClr>
                <a:schemeClr val="dk1"/>
              </a:buClr>
              <a:buSzPts val="4200"/>
              <a:buNone/>
              <a:defRPr b="1" sz="4200"/>
            </a:lvl3pPr>
            <a:lvl4pPr indent="-228600" lvl="3" marL="1828800" algn="l">
              <a:lnSpc>
                <a:spcPct val="90000"/>
              </a:lnSpc>
              <a:spcBef>
                <a:spcPts val="1200"/>
              </a:spcBef>
              <a:spcAft>
                <a:spcPts val="0"/>
              </a:spcAft>
              <a:buClr>
                <a:schemeClr val="dk1"/>
              </a:buClr>
              <a:buSzPts val="3700"/>
              <a:buNone/>
              <a:defRPr b="1" sz="3700"/>
            </a:lvl4pPr>
            <a:lvl5pPr indent="-228600" lvl="4" marL="2286000" algn="l">
              <a:lnSpc>
                <a:spcPct val="90000"/>
              </a:lnSpc>
              <a:spcBef>
                <a:spcPts val="1200"/>
              </a:spcBef>
              <a:spcAft>
                <a:spcPts val="0"/>
              </a:spcAft>
              <a:buClr>
                <a:schemeClr val="dk1"/>
              </a:buClr>
              <a:buSzPts val="3700"/>
              <a:buNone/>
              <a:defRPr b="1" sz="3700"/>
            </a:lvl5pPr>
            <a:lvl6pPr indent="-228600" lvl="5" marL="2743200" algn="l">
              <a:lnSpc>
                <a:spcPct val="90000"/>
              </a:lnSpc>
              <a:spcBef>
                <a:spcPts val="1200"/>
              </a:spcBef>
              <a:spcAft>
                <a:spcPts val="0"/>
              </a:spcAft>
              <a:buClr>
                <a:schemeClr val="dk1"/>
              </a:buClr>
              <a:buSzPts val="3700"/>
              <a:buNone/>
              <a:defRPr b="1" sz="3700"/>
            </a:lvl6pPr>
            <a:lvl7pPr indent="-228600" lvl="6" marL="3200400" algn="l">
              <a:lnSpc>
                <a:spcPct val="90000"/>
              </a:lnSpc>
              <a:spcBef>
                <a:spcPts val="1200"/>
              </a:spcBef>
              <a:spcAft>
                <a:spcPts val="0"/>
              </a:spcAft>
              <a:buClr>
                <a:schemeClr val="dk1"/>
              </a:buClr>
              <a:buSzPts val="3700"/>
              <a:buNone/>
              <a:defRPr b="1" sz="3700"/>
            </a:lvl7pPr>
            <a:lvl8pPr indent="-228600" lvl="7" marL="3657600" algn="l">
              <a:lnSpc>
                <a:spcPct val="90000"/>
              </a:lnSpc>
              <a:spcBef>
                <a:spcPts val="1200"/>
              </a:spcBef>
              <a:spcAft>
                <a:spcPts val="0"/>
              </a:spcAft>
              <a:buClr>
                <a:schemeClr val="dk1"/>
              </a:buClr>
              <a:buSzPts val="3700"/>
              <a:buNone/>
              <a:defRPr b="1" sz="3700"/>
            </a:lvl8pPr>
            <a:lvl9pPr indent="-228600" lvl="8" marL="4114800" algn="l">
              <a:lnSpc>
                <a:spcPct val="90000"/>
              </a:lnSpc>
              <a:spcBef>
                <a:spcPts val="1200"/>
              </a:spcBef>
              <a:spcAft>
                <a:spcPts val="0"/>
              </a:spcAft>
              <a:buClr>
                <a:schemeClr val="dk1"/>
              </a:buClr>
              <a:buSzPts val="3700"/>
              <a:buNone/>
              <a:defRPr b="1" sz="3700"/>
            </a:lvl9pPr>
          </a:lstStyle>
          <a:p/>
        </p:txBody>
      </p:sp>
      <p:sp>
        <p:nvSpPr>
          <p:cNvPr id="41" name="Google Shape;41;p7"/>
          <p:cNvSpPr txBox="1"/>
          <p:nvPr>
            <p:ph idx="4" type="body"/>
          </p:nvPr>
        </p:nvSpPr>
        <p:spPr>
          <a:xfrm>
            <a:off x="10825656" y="11059154"/>
            <a:ext cx="9090900" cy="16266300"/>
          </a:xfrm>
          <a:prstGeom prst="rect">
            <a:avLst/>
          </a:prstGeom>
          <a:noFill/>
          <a:ln>
            <a:noFill/>
          </a:ln>
        </p:spPr>
        <p:txBody>
          <a:bodyPr anchorCtr="0" anchor="t" bIns="32300" lIns="64600" spcFirstLastPara="1" rIns="64600" wrap="square" tIns="32300">
            <a:normAutofit/>
          </a:bodyPr>
          <a:lstStyle>
            <a:lvl1pPr indent="-311150" lvl="0" marL="457200" algn="l">
              <a:lnSpc>
                <a:spcPct val="90000"/>
              </a:lnSpc>
              <a:spcBef>
                <a:spcPts val="2300"/>
              </a:spcBef>
              <a:spcAft>
                <a:spcPts val="0"/>
              </a:spcAft>
              <a:buClr>
                <a:schemeClr val="dk1"/>
              </a:buClr>
              <a:buSzPts val="1300"/>
              <a:buChar char="•"/>
              <a:defRPr/>
            </a:lvl1pPr>
            <a:lvl2pPr indent="-311150" lvl="1" marL="914400" algn="l">
              <a:lnSpc>
                <a:spcPct val="90000"/>
              </a:lnSpc>
              <a:spcBef>
                <a:spcPts val="1200"/>
              </a:spcBef>
              <a:spcAft>
                <a:spcPts val="0"/>
              </a:spcAft>
              <a:buClr>
                <a:schemeClr val="dk1"/>
              </a:buClr>
              <a:buSzPts val="1300"/>
              <a:buChar char="•"/>
              <a:defRPr/>
            </a:lvl2pPr>
            <a:lvl3pPr indent="-311150" lvl="2" marL="1371600" algn="l">
              <a:lnSpc>
                <a:spcPct val="90000"/>
              </a:lnSpc>
              <a:spcBef>
                <a:spcPts val="1200"/>
              </a:spcBef>
              <a:spcAft>
                <a:spcPts val="0"/>
              </a:spcAft>
              <a:buClr>
                <a:schemeClr val="dk1"/>
              </a:buClr>
              <a:buSzPts val="1300"/>
              <a:buChar char="•"/>
              <a:defRPr/>
            </a:lvl3pPr>
            <a:lvl4pPr indent="-311150" lvl="3" marL="1828800" algn="l">
              <a:lnSpc>
                <a:spcPct val="90000"/>
              </a:lnSpc>
              <a:spcBef>
                <a:spcPts val="1200"/>
              </a:spcBef>
              <a:spcAft>
                <a:spcPts val="0"/>
              </a:spcAft>
              <a:buClr>
                <a:schemeClr val="dk1"/>
              </a:buClr>
              <a:buSzPts val="1300"/>
              <a:buChar char="•"/>
              <a:defRPr/>
            </a:lvl4pPr>
            <a:lvl5pPr indent="-311150" lvl="4" marL="2286000" algn="l">
              <a:lnSpc>
                <a:spcPct val="90000"/>
              </a:lnSpc>
              <a:spcBef>
                <a:spcPts val="1200"/>
              </a:spcBef>
              <a:spcAft>
                <a:spcPts val="0"/>
              </a:spcAft>
              <a:buClr>
                <a:schemeClr val="dk1"/>
              </a:buClr>
              <a:buSzPts val="1300"/>
              <a:buChar char="•"/>
              <a:defRPr/>
            </a:lvl5pPr>
            <a:lvl6pPr indent="-311150" lvl="5" marL="2743200" algn="l">
              <a:lnSpc>
                <a:spcPct val="90000"/>
              </a:lnSpc>
              <a:spcBef>
                <a:spcPts val="1200"/>
              </a:spcBef>
              <a:spcAft>
                <a:spcPts val="0"/>
              </a:spcAft>
              <a:buClr>
                <a:schemeClr val="dk1"/>
              </a:buClr>
              <a:buSzPts val="1300"/>
              <a:buChar char="•"/>
              <a:defRPr/>
            </a:lvl6pPr>
            <a:lvl7pPr indent="-311150" lvl="6" marL="3200400" algn="l">
              <a:lnSpc>
                <a:spcPct val="90000"/>
              </a:lnSpc>
              <a:spcBef>
                <a:spcPts val="1200"/>
              </a:spcBef>
              <a:spcAft>
                <a:spcPts val="0"/>
              </a:spcAft>
              <a:buClr>
                <a:schemeClr val="dk1"/>
              </a:buClr>
              <a:buSzPts val="1300"/>
              <a:buChar char="•"/>
              <a:defRPr/>
            </a:lvl7pPr>
            <a:lvl8pPr indent="-311150" lvl="7" marL="3657600" algn="l">
              <a:lnSpc>
                <a:spcPct val="90000"/>
              </a:lnSpc>
              <a:spcBef>
                <a:spcPts val="1200"/>
              </a:spcBef>
              <a:spcAft>
                <a:spcPts val="0"/>
              </a:spcAft>
              <a:buClr>
                <a:schemeClr val="dk1"/>
              </a:buClr>
              <a:buSzPts val="1300"/>
              <a:buChar char="•"/>
              <a:defRPr/>
            </a:lvl8pPr>
            <a:lvl9pPr indent="-311150" lvl="8" marL="4114800" algn="l">
              <a:lnSpc>
                <a:spcPct val="90000"/>
              </a:lnSpc>
              <a:spcBef>
                <a:spcPts val="1200"/>
              </a:spcBef>
              <a:spcAft>
                <a:spcPts val="0"/>
              </a:spcAft>
              <a:buClr>
                <a:schemeClr val="dk1"/>
              </a:buClr>
              <a:buSzPts val="1300"/>
              <a:buChar char="•"/>
              <a:defRPr/>
            </a:lvl9pPr>
          </a:lstStyle>
          <a:p/>
        </p:txBody>
      </p:sp>
      <p:sp>
        <p:nvSpPr>
          <p:cNvPr id="42" name="Google Shape;42;p7"/>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3" name="Google Shape;43;p7"/>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4" name="Google Shape;44;p7"/>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1470151" y="1611923"/>
            <a:ext cx="18443700" cy="5852100"/>
          </a:xfrm>
          <a:prstGeom prst="rect">
            <a:avLst/>
          </a:prstGeom>
          <a:noFill/>
          <a:ln>
            <a:noFill/>
          </a:ln>
        </p:spPr>
        <p:txBody>
          <a:bodyPr anchorCtr="0" anchor="ctr" bIns="32300" lIns="64600" spcFirstLastPara="1" rIns="64600" wrap="square" tIns="3230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7" name="Google Shape;47;p8"/>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8" name="Google Shape;48;p8"/>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49" name="Google Shape;49;p8"/>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52" name="Google Shape;52;p9"/>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53" name="Google Shape;53;p9"/>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1472936" y="2018400"/>
            <a:ext cx="6897000" cy="7064400"/>
          </a:xfrm>
          <a:prstGeom prst="rect">
            <a:avLst/>
          </a:prstGeom>
          <a:noFill/>
          <a:ln>
            <a:noFill/>
          </a:ln>
        </p:spPr>
        <p:txBody>
          <a:bodyPr anchorCtr="0" anchor="b" bIns="32300" lIns="64600" spcFirstLastPara="1" rIns="64600" wrap="square" tIns="32300">
            <a:normAutofit/>
          </a:bodyPr>
          <a:lstStyle>
            <a:lvl1pPr lvl="0" algn="l">
              <a:lnSpc>
                <a:spcPct val="90000"/>
              </a:lnSpc>
              <a:spcBef>
                <a:spcPts val="0"/>
              </a:spcBef>
              <a:spcAft>
                <a:spcPts val="0"/>
              </a:spcAft>
              <a:buClr>
                <a:schemeClr val="dk1"/>
              </a:buClr>
              <a:buSzPts val="7500"/>
              <a:buFont typeface="Calibri"/>
              <a:buNone/>
              <a:defRPr sz="75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56" name="Google Shape;56;p10"/>
          <p:cNvSpPr txBox="1"/>
          <p:nvPr>
            <p:ph idx="1" type="body"/>
          </p:nvPr>
        </p:nvSpPr>
        <p:spPr>
          <a:xfrm>
            <a:off x="9090989" y="4359192"/>
            <a:ext cx="10825800" cy="21515700"/>
          </a:xfrm>
          <a:prstGeom prst="rect">
            <a:avLst/>
          </a:prstGeom>
          <a:noFill/>
          <a:ln>
            <a:noFill/>
          </a:ln>
        </p:spPr>
        <p:txBody>
          <a:bodyPr anchorCtr="0" anchor="t" bIns="32300" lIns="64600" spcFirstLastPara="1" rIns="64600" wrap="square" tIns="32300">
            <a:normAutofit/>
          </a:bodyPr>
          <a:lstStyle>
            <a:lvl1pPr indent="-704850" lvl="0" marL="457200" algn="l">
              <a:lnSpc>
                <a:spcPct val="90000"/>
              </a:lnSpc>
              <a:spcBef>
                <a:spcPts val="2300"/>
              </a:spcBef>
              <a:spcAft>
                <a:spcPts val="0"/>
              </a:spcAft>
              <a:buClr>
                <a:schemeClr val="dk1"/>
              </a:buClr>
              <a:buSzPts val="7500"/>
              <a:buChar char="•"/>
              <a:defRPr sz="7500"/>
            </a:lvl1pPr>
            <a:lvl2pPr indent="-647700" lvl="1" marL="914400" algn="l">
              <a:lnSpc>
                <a:spcPct val="90000"/>
              </a:lnSpc>
              <a:spcBef>
                <a:spcPts val="1200"/>
              </a:spcBef>
              <a:spcAft>
                <a:spcPts val="0"/>
              </a:spcAft>
              <a:buClr>
                <a:schemeClr val="dk1"/>
              </a:buClr>
              <a:buSzPts val="6600"/>
              <a:buChar char="•"/>
              <a:defRPr sz="6600"/>
            </a:lvl2pPr>
            <a:lvl3pPr indent="-584200" lvl="2" marL="1371600" algn="l">
              <a:lnSpc>
                <a:spcPct val="90000"/>
              </a:lnSpc>
              <a:spcBef>
                <a:spcPts val="1200"/>
              </a:spcBef>
              <a:spcAft>
                <a:spcPts val="0"/>
              </a:spcAft>
              <a:buClr>
                <a:schemeClr val="dk1"/>
              </a:buClr>
              <a:buSzPts val="5600"/>
              <a:buChar char="•"/>
              <a:defRPr sz="5600"/>
            </a:lvl3pPr>
            <a:lvl4pPr indent="-527050" lvl="3" marL="1828800" algn="l">
              <a:lnSpc>
                <a:spcPct val="90000"/>
              </a:lnSpc>
              <a:spcBef>
                <a:spcPts val="1200"/>
              </a:spcBef>
              <a:spcAft>
                <a:spcPts val="0"/>
              </a:spcAft>
              <a:buClr>
                <a:schemeClr val="dk1"/>
              </a:buClr>
              <a:buSzPts val="4700"/>
              <a:buChar char="•"/>
              <a:defRPr sz="4700"/>
            </a:lvl4pPr>
            <a:lvl5pPr indent="-527050" lvl="4" marL="2286000" algn="l">
              <a:lnSpc>
                <a:spcPct val="90000"/>
              </a:lnSpc>
              <a:spcBef>
                <a:spcPts val="1200"/>
              </a:spcBef>
              <a:spcAft>
                <a:spcPts val="0"/>
              </a:spcAft>
              <a:buClr>
                <a:schemeClr val="dk1"/>
              </a:buClr>
              <a:buSzPts val="4700"/>
              <a:buChar char="•"/>
              <a:defRPr sz="4700"/>
            </a:lvl5pPr>
            <a:lvl6pPr indent="-527050" lvl="5" marL="2743200" algn="l">
              <a:lnSpc>
                <a:spcPct val="90000"/>
              </a:lnSpc>
              <a:spcBef>
                <a:spcPts val="1200"/>
              </a:spcBef>
              <a:spcAft>
                <a:spcPts val="0"/>
              </a:spcAft>
              <a:buClr>
                <a:schemeClr val="dk1"/>
              </a:buClr>
              <a:buSzPts val="4700"/>
              <a:buChar char="•"/>
              <a:defRPr sz="4700"/>
            </a:lvl6pPr>
            <a:lvl7pPr indent="-527050" lvl="6" marL="3200400" algn="l">
              <a:lnSpc>
                <a:spcPct val="90000"/>
              </a:lnSpc>
              <a:spcBef>
                <a:spcPts val="1200"/>
              </a:spcBef>
              <a:spcAft>
                <a:spcPts val="0"/>
              </a:spcAft>
              <a:buClr>
                <a:schemeClr val="dk1"/>
              </a:buClr>
              <a:buSzPts val="4700"/>
              <a:buChar char="•"/>
              <a:defRPr sz="4700"/>
            </a:lvl7pPr>
            <a:lvl8pPr indent="-527050" lvl="7" marL="3657600" algn="l">
              <a:lnSpc>
                <a:spcPct val="90000"/>
              </a:lnSpc>
              <a:spcBef>
                <a:spcPts val="1200"/>
              </a:spcBef>
              <a:spcAft>
                <a:spcPts val="0"/>
              </a:spcAft>
              <a:buClr>
                <a:schemeClr val="dk1"/>
              </a:buClr>
              <a:buSzPts val="4700"/>
              <a:buChar char="•"/>
              <a:defRPr sz="4700"/>
            </a:lvl8pPr>
            <a:lvl9pPr indent="-527050" lvl="8" marL="4114800" algn="l">
              <a:lnSpc>
                <a:spcPct val="90000"/>
              </a:lnSpc>
              <a:spcBef>
                <a:spcPts val="1200"/>
              </a:spcBef>
              <a:spcAft>
                <a:spcPts val="0"/>
              </a:spcAft>
              <a:buClr>
                <a:schemeClr val="dk1"/>
              </a:buClr>
              <a:buSzPts val="4700"/>
              <a:buChar char="•"/>
              <a:defRPr sz="4700"/>
            </a:lvl9pPr>
          </a:lstStyle>
          <a:p/>
        </p:txBody>
      </p:sp>
      <p:sp>
        <p:nvSpPr>
          <p:cNvPr id="57" name="Google Shape;57;p10"/>
          <p:cNvSpPr txBox="1"/>
          <p:nvPr>
            <p:ph idx="2" type="body"/>
          </p:nvPr>
        </p:nvSpPr>
        <p:spPr>
          <a:xfrm>
            <a:off x="1472936" y="9082803"/>
            <a:ext cx="6897000" cy="16827000"/>
          </a:xfrm>
          <a:prstGeom prst="rect">
            <a:avLst/>
          </a:prstGeom>
          <a:noFill/>
          <a:ln>
            <a:noFill/>
          </a:ln>
        </p:spPr>
        <p:txBody>
          <a:bodyPr anchorCtr="0" anchor="t" bIns="32300" lIns="64600" spcFirstLastPara="1" rIns="64600" wrap="square" tIns="32300">
            <a:normAutofit/>
          </a:bodyPr>
          <a:lstStyle>
            <a:lvl1pPr indent="-228600" lvl="0" marL="457200" algn="l">
              <a:lnSpc>
                <a:spcPct val="90000"/>
              </a:lnSpc>
              <a:spcBef>
                <a:spcPts val="2300"/>
              </a:spcBef>
              <a:spcAft>
                <a:spcPts val="0"/>
              </a:spcAft>
              <a:buClr>
                <a:schemeClr val="dk1"/>
              </a:buClr>
              <a:buSzPts val="3700"/>
              <a:buNone/>
              <a:defRPr sz="3700"/>
            </a:lvl1pPr>
            <a:lvl2pPr indent="-228600" lvl="1" marL="914400" algn="l">
              <a:lnSpc>
                <a:spcPct val="90000"/>
              </a:lnSpc>
              <a:spcBef>
                <a:spcPts val="1200"/>
              </a:spcBef>
              <a:spcAft>
                <a:spcPts val="0"/>
              </a:spcAft>
              <a:buClr>
                <a:schemeClr val="dk1"/>
              </a:buClr>
              <a:buSzPts val="3300"/>
              <a:buNone/>
              <a:defRPr sz="3300"/>
            </a:lvl2pPr>
            <a:lvl3pPr indent="-228600" lvl="2" marL="1371600" algn="l">
              <a:lnSpc>
                <a:spcPct val="90000"/>
              </a:lnSpc>
              <a:spcBef>
                <a:spcPts val="1200"/>
              </a:spcBef>
              <a:spcAft>
                <a:spcPts val="0"/>
              </a:spcAft>
              <a:buClr>
                <a:schemeClr val="dk1"/>
              </a:buClr>
              <a:buSzPts val="2800"/>
              <a:buNone/>
              <a:defRPr sz="2800"/>
            </a:lvl3pPr>
            <a:lvl4pPr indent="-228600" lvl="3" marL="1828800" algn="l">
              <a:lnSpc>
                <a:spcPct val="90000"/>
              </a:lnSpc>
              <a:spcBef>
                <a:spcPts val="1200"/>
              </a:spcBef>
              <a:spcAft>
                <a:spcPts val="0"/>
              </a:spcAft>
              <a:buClr>
                <a:schemeClr val="dk1"/>
              </a:buClr>
              <a:buSzPts val="2300"/>
              <a:buNone/>
              <a:defRPr sz="2300"/>
            </a:lvl4pPr>
            <a:lvl5pPr indent="-228600" lvl="4" marL="2286000" algn="l">
              <a:lnSpc>
                <a:spcPct val="90000"/>
              </a:lnSpc>
              <a:spcBef>
                <a:spcPts val="1200"/>
              </a:spcBef>
              <a:spcAft>
                <a:spcPts val="0"/>
              </a:spcAft>
              <a:buClr>
                <a:schemeClr val="dk1"/>
              </a:buClr>
              <a:buSzPts val="2300"/>
              <a:buNone/>
              <a:defRPr sz="2300"/>
            </a:lvl5pPr>
            <a:lvl6pPr indent="-228600" lvl="5" marL="2743200" algn="l">
              <a:lnSpc>
                <a:spcPct val="90000"/>
              </a:lnSpc>
              <a:spcBef>
                <a:spcPts val="1200"/>
              </a:spcBef>
              <a:spcAft>
                <a:spcPts val="0"/>
              </a:spcAft>
              <a:buClr>
                <a:schemeClr val="dk1"/>
              </a:buClr>
              <a:buSzPts val="2300"/>
              <a:buNone/>
              <a:defRPr sz="2300"/>
            </a:lvl6pPr>
            <a:lvl7pPr indent="-228600" lvl="6" marL="3200400" algn="l">
              <a:lnSpc>
                <a:spcPct val="90000"/>
              </a:lnSpc>
              <a:spcBef>
                <a:spcPts val="1200"/>
              </a:spcBef>
              <a:spcAft>
                <a:spcPts val="0"/>
              </a:spcAft>
              <a:buClr>
                <a:schemeClr val="dk1"/>
              </a:buClr>
              <a:buSzPts val="2300"/>
              <a:buNone/>
              <a:defRPr sz="2300"/>
            </a:lvl7pPr>
            <a:lvl8pPr indent="-228600" lvl="7" marL="3657600" algn="l">
              <a:lnSpc>
                <a:spcPct val="90000"/>
              </a:lnSpc>
              <a:spcBef>
                <a:spcPts val="1200"/>
              </a:spcBef>
              <a:spcAft>
                <a:spcPts val="0"/>
              </a:spcAft>
              <a:buClr>
                <a:schemeClr val="dk1"/>
              </a:buClr>
              <a:buSzPts val="2300"/>
              <a:buNone/>
              <a:defRPr sz="2300"/>
            </a:lvl8pPr>
            <a:lvl9pPr indent="-228600" lvl="8" marL="4114800" algn="l">
              <a:lnSpc>
                <a:spcPct val="90000"/>
              </a:lnSpc>
              <a:spcBef>
                <a:spcPts val="1200"/>
              </a:spcBef>
              <a:spcAft>
                <a:spcPts val="0"/>
              </a:spcAft>
              <a:buClr>
                <a:schemeClr val="dk1"/>
              </a:buClr>
              <a:buSzPts val="2300"/>
              <a:buNone/>
              <a:defRPr sz="2300"/>
            </a:lvl9pPr>
          </a:lstStyle>
          <a:p/>
        </p:txBody>
      </p:sp>
      <p:sp>
        <p:nvSpPr>
          <p:cNvPr id="58" name="Google Shape;58;p10"/>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59" name="Google Shape;59;p10"/>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60" name="Google Shape;60;p10"/>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1472936" y="2018400"/>
            <a:ext cx="6897000" cy="7064400"/>
          </a:xfrm>
          <a:prstGeom prst="rect">
            <a:avLst/>
          </a:prstGeom>
          <a:noFill/>
          <a:ln>
            <a:noFill/>
          </a:ln>
        </p:spPr>
        <p:txBody>
          <a:bodyPr anchorCtr="0" anchor="b" bIns="32300" lIns="64600" spcFirstLastPara="1" rIns="64600" wrap="square" tIns="32300">
            <a:normAutofit/>
          </a:bodyPr>
          <a:lstStyle>
            <a:lvl1pPr lvl="0" algn="l">
              <a:lnSpc>
                <a:spcPct val="90000"/>
              </a:lnSpc>
              <a:spcBef>
                <a:spcPts val="0"/>
              </a:spcBef>
              <a:spcAft>
                <a:spcPts val="0"/>
              </a:spcAft>
              <a:buClr>
                <a:schemeClr val="dk1"/>
              </a:buClr>
              <a:buSzPts val="7500"/>
              <a:buFont typeface="Calibri"/>
              <a:buNone/>
              <a:defRPr sz="75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63" name="Google Shape;63;p11"/>
          <p:cNvSpPr/>
          <p:nvPr>
            <p:ph idx="2" type="pic"/>
          </p:nvPr>
        </p:nvSpPr>
        <p:spPr>
          <a:xfrm>
            <a:off x="9090989" y="4359192"/>
            <a:ext cx="10825800" cy="21515700"/>
          </a:xfrm>
          <a:prstGeom prst="rect">
            <a:avLst/>
          </a:prstGeom>
          <a:noFill/>
          <a:ln>
            <a:noFill/>
          </a:ln>
        </p:spPr>
      </p:sp>
      <p:sp>
        <p:nvSpPr>
          <p:cNvPr id="64" name="Google Shape;64;p11"/>
          <p:cNvSpPr txBox="1"/>
          <p:nvPr>
            <p:ph idx="1" type="body"/>
          </p:nvPr>
        </p:nvSpPr>
        <p:spPr>
          <a:xfrm>
            <a:off x="1472936" y="9082803"/>
            <a:ext cx="6897000" cy="16827000"/>
          </a:xfrm>
          <a:prstGeom prst="rect">
            <a:avLst/>
          </a:prstGeom>
          <a:noFill/>
          <a:ln>
            <a:noFill/>
          </a:ln>
        </p:spPr>
        <p:txBody>
          <a:bodyPr anchorCtr="0" anchor="t" bIns="32300" lIns="64600" spcFirstLastPara="1" rIns="64600" wrap="square" tIns="32300">
            <a:normAutofit/>
          </a:bodyPr>
          <a:lstStyle>
            <a:lvl1pPr indent="-228600" lvl="0" marL="457200" algn="l">
              <a:lnSpc>
                <a:spcPct val="90000"/>
              </a:lnSpc>
              <a:spcBef>
                <a:spcPts val="2300"/>
              </a:spcBef>
              <a:spcAft>
                <a:spcPts val="0"/>
              </a:spcAft>
              <a:buClr>
                <a:schemeClr val="dk1"/>
              </a:buClr>
              <a:buSzPts val="3700"/>
              <a:buNone/>
              <a:defRPr sz="3700"/>
            </a:lvl1pPr>
            <a:lvl2pPr indent="-228600" lvl="1" marL="914400" algn="l">
              <a:lnSpc>
                <a:spcPct val="90000"/>
              </a:lnSpc>
              <a:spcBef>
                <a:spcPts val="1200"/>
              </a:spcBef>
              <a:spcAft>
                <a:spcPts val="0"/>
              </a:spcAft>
              <a:buClr>
                <a:schemeClr val="dk1"/>
              </a:buClr>
              <a:buSzPts val="3300"/>
              <a:buNone/>
              <a:defRPr sz="3300"/>
            </a:lvl2pPr>
            <a:lvl3pPr indent="-228600" lvl="2" marL="1371600" algn="l">
              <a:lnSpc>
                <a:spcPct val="90000"/>
              </a:lnSpc>
              <a:spcBef>
                <a:spcPts val="1200"/>
              </a:spcBef>
              <a:spcAft>
                <a:spcPts val="0"/>
              </a:spcAft>
              <a:buClr>
                <a:schemeClr val="dk1"/>
              </a:buClr>
              <a:buSzPts val="2800"/>
              <a:buNone/>
              <a:defRPr sz="2800"/>
            </a:lvl3pPr>
            <a:lvl4pPr indent="-228600" lvl="3" marL="1828800" algn="l">
              <a:lnSpc>
                <a:spcPct val="90000"/>
              </a:lnSpc>
              <a:spcBef>
                <a:spcPts val="1200"/>
              </a:spcBef>
              <a:spcAft>
                <a:spcPts val="0"/>
              </a:spcAft>
              <a:buClr>
                <a:schemeClr val="dk1"/>
              </a:buClr>
              <a:buSzPts val="2300"/>
              <a:buNone/>
              <a:defRPr sz="2300"/>
            </a:lvl4pPr>
            <a:lvl5pPr indent="-228600" lvl="4" marL="2286000" algn="l">
              <a:lnSpc>
                <a:spcPct val="90000"/>
              </a:lnSpc>
              <a:spcBef>
                <a:spcPts val="1200"/>
              </a:spcBef>
              <a:spcAft>
                <a:spcPts val="0"/>
              </a:spcAft>
              <a:buClr>
                <a:schemeClr val="dk1"/>
              </a:buClr>
              <a:buSzPts val="2300"/>
              <a:buNone/>
              <a:defRPr sz="2300"/>
            </a:lvl5pPr>
            <a:lvl6pPr indent="-228600" lvl="5" marL="2743200" algn="l">
              <a:lnSpc>
                <a:spcPct val="90000"/>
              </a:lnSpc>
              <a:spcBef>
                <a:spcPts val="1200"/>
              </a:spcBef>
              <a:spcAft>
                <a:spcPts val="0"/>
              </a:spcAft>
              <a:buClr>
                <a:schemeClr val="dk1"/>
              </a:buClr>
              <a:buSzPts val="2300"/>
              <a:buNone/>
              <a:defRPr sz="2300"/>
            </a:lvl6pPr>
            <a:lvl7pPr indent="-228600" lvl="6" marL="3200400" algn="l">
              <a:lnSpc>
                <a:spcPct val="90000"/>
              </a:lnSpc>
              <a:spcBef>
                <a:spcPts val="1200"/>
              </a:spcBef>
              <a:spcAft>
                <a:spcPts val="0"/>
              </a:spcAft>
              <a:buClr>
                <a:schemeClr val="dk1"/>
              </a:buClr>
              <a:buSzPts val="2300"/>
              <a:buNone/>
              <a:defRPr sz="2300"/>
            </a:lvl7pPr>
            <a:lvl8pPr indent="-228600" lvl="7" marL="3657600" algn="l">
              <a:lnSpc>
                <a:spcPct val="90000"/>
              </a:lnSpc>
              <a:spcBef>
                <a:spcPts val="1200"/>
              </a:spcBef>
              <a:spcAft>
                <a:spcPts val="0"/>
              </a:spcAft>
              <a:buClr>
                <a:schemeClr val="dk1"/>
              </a:buClr>
              <a:buSzPts val="2300"/>
              <a:buNone/>
              <a:defRPr sz="2300"/>
            </a:lvl8pPr>
            <a:lvl9pPr indent="-228600" lvl="8" marL="4114800" algn="l">
              <a:lnSpc>
                <a:spcPct val="90000"/>
              </a:lnSpc>
              <a:spcBef>
                <a:spcPts val="1200"/>
              </a:spcBef>
              <a:spcAft>
                <a:spcPts val="0"/>
              </a:spcAft>
              <a:buClr>
                <a:schemeClr val="dk1"/>
              </a:buClr>
              <a:buSzPts val="2300"/>
              <a:buNone/>
              <a:defRPr sz="2300"/>
            </a:lvl9pPr>
          </a:lstStyle>
          <a:p/>
        </p:txBody>
      </p:sp>
      <p:sp>
        <p:nvSpPr>
          <p:cNvPr id="65" name="Google Shape;65;p11"/>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66" name="Google Shape;66;p11"/>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67" name="Google Shape;67;p11"/>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1470151" y="1611923"/>
            <a:ext cx="18443700" cy="5852100"/>
          </a:xfrm>
          <a:prstGeom prst="rect">
            <a:avLst/>
          </a:prstGeom>
          <a:noFill/>
          <a:ln>
            <a:noFill/>
          </a:ln>
        </p:spPr>
        <p:txBody>
          <a:bodyPr anchorCtr="0" anchor="ctr" bIns="32300" lIns="64600" spcFirstLastPara="1" rIns="64600" wrap="square" tIns="3230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0" name="Google Shape;70;p12"/>
          <p:cNvSpPr txBox="1"/>
          <p:nvPr>
            <p:ph idx="1" type="body"/>
          </p:nvPr>
        </p:nvSpPr>
        <p:spPr>
          <a:xfrm rot="5400000">
            <a:off x="1087059" y="8442685"/>
            <a:ext cx="19209900" cy="18443700"/>
          </a:xfrm>
          <a:prstGeom prst="rect">
            <a:avLst/>
          </a:prstGeom>
          <a:noFill/>
          <a:ln>
            <a:noFill/>
          </a:ln>
        </p:spPr>
        <p:txBody>
          <a:bodyPr anchorCtr="0" anchor="t" bIns="32300" lIns="64600" spcFirstLastPara="1" rIns="64600" wrap="square" tIns="32300">
            <a:normAutofit/>
          </a:bodyPr>
          <a:lstStyle>
            <a:lvl1pPr indent="-311150" lvl="0" marL="457200" algn="l">
              <a:lnSpc>
                <a:spcPct val="90000"/>
              </a:lnSpc>
              <a:spcBef>
                <a:spcPts val="2300"/>
              </a:spcBef>
              <a:spcAft>
                <a:spcPts val="0"/>
              </a:spcAft>
              <a:buClr>
                <a:schemeClr val="dk1"/>
              </a:buClr>
              <a:buSzPts val="1300"/>
              <a:buChar char="•"/>
              <a:defRPr/>
            </a:lvl1pPr>
            <a:lvl2pPr indent="-311150" lvl="1" marL="914400" algn="l">
              <a:lnSpc>
                <a:spcPct val="90000"/>
              </a:lnSpc>
              <a:spcBef>
                <a:spcPts val="1200"/>
              </a:spcBef>
              <a:spcAft>
                <a:spcPts val="0"/>
              </a:spcAft>
              <a:buClr>
                <a:schemeClr val="dk1"/>
              </a:buClr>
              <a:buSzPts val="1300"/>
              <a:buChar char="•"/>
              <a:defRPr/>
            </a:lvl2pPr>
            <a:lvl3pPr indent="-311150" lvl="2" marL="1371600" algn="l">
              <a:lnSpc>
                <a:spcPct val="90000"/>
              </a:lnSpc>
              <a:spcBef>
                <a:spcPts val="1200"/>
              </a:spcBef>
              <a:spcAft>
                <a:spcPts val="0"/>
              </a:spcAft>
              <a:buClr>
                <a:schemeClr val="dk1"/>
              </a:buClr>
              <a:buSzPts val="1300"/>
              <a:buChar char="•"/>
              <a:defRPr/>
            </a:lvl3pPr>
            <a:lvl4pPr indent="-311150" lvl="3" marL="1828800" algn="l">
              <a:lnSpc>
                <a:spcPct val="90000"/>
              </a:lnSpc>
              <a:spcBef>
                <a:spcPts val="1200"/>
              </a:spcBef>
              <a:spcAft>
                <a:spcPts val="0"/>
              </a:spcAft>
              <a:buClr>
                <a:schemeClr val="dk1"/>
              </a:buClr>
              <a:buSzPts val="1300"/>
              <a:buChar char="•"/>
              <a:defRPr/>
            </a:lvl4pPr>
            <a:lvl5pPr indent="-311150" lvl="4" marL="2286000" algn="l">
              <a:lnSpc>
                <a:spcPct val="90000"/>
              </a:lnSpc>
              <a:spcBef>
                <a:spcPts val="1200"/>
              </a:spcBef>
              <a:spcAft>
                <a:spcPts val="0"/>
              </a:spcAft>
              <a:buClr>
                <a:schemeClr val="dk1"/>
              </a:buClr>
              <a:buSzPts val="1300"/>
              <a:buChar char="•"/>
              <a:defRPr/>
            </a:lvl5pPr>
            <a:lvl6pPr indent="-311150" lvl="5" marL="2743200" algn="l">
              <a:lnSpc>
                <a:spcPct val="90000"/>
              </a:lnSpc>
              <a:spcBef>
                <a:spcPts val="1200"/>
              </a:spcBef>
              <a:spcAft>
                <a:spcPts val="0"/>
              </a:spcAft>
              <a:buClr>
                <a:schemeClr val="dk1"/>
              </a:buClr>
              <a:buSzPts val="1300"/>
              <a:buChar char="•"/>
              <a:defRPr/>
            </a:lvl6pPr>
            <a:lvl7pPr indent="-311150" lvl="6" marL="3200400" algn="l">
              <a:lnSpc>
                <a:spcPct val="90000"/>
              </a:lnSpc>
              <a:spcBef>
                <a:spcPts val="1200"/>
              </a:spcBef>
              <a:spcAft>
                <a:spcPts val="0"/>
              </a:spcAft>
              <a:buClr>
                <a:schemeClr val="dk1"/>
              </a:buClr>
              <a:buSzPts val="1300"/>
              <a:buChar char="•"/>
              <a:defRPr/>
            </a:lvl7pPr>
            <a:lvl8pPr indent="-311150" lvl="7" marL="3657600" algn="l">
              <a:lnSpc>
                <a:spcPct val="90000"/>
              </a:lnSpc>
              <a:spcBef>
                <a:spcPts val="1200"/>
              </a:spcBef>
              <a:spcAft>
                <a:spcPts val="0"/>
              </a:spcAft>
              <a:buClr>
                <a:schemeClr val="dk1"/>
              </a:buClr>
              <a:buSzPts val="1300"/>
              <a:buChar char="•"/>
              <a:defRPr/>
            </a:lvl8pPr>
            <a:lvl9pPr indent="-311150" lvl="8" marL="4114800" algn="l">
              <a:lnSpc>
                <a:spcPct val="90000"/>
              </a:lnSpc>
              <a:spcBef>
                <a:spcPts val="1200"/>
              </a:spcBef>
              <a:spcAft>
                <a:spcPts val="0"/>
              </a:spcAft>
              <a:buClr>
                <a:schemeClr val="dk1"/>
              </a:buClr>
              <a:buSzPts val="1300"/>
              <a:buChar char="•"/>
              <a:defRPr/>
            </a:lvl9pPr>
          </a:lstStyle>
          <a:p/>
        </p:txBody>
      </p:sp>
      <p:sp>
        <p:nvSpPr>
          <p:cNvPr id="71" name="Google Shape;71;p12"/>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2" name="Google Shape;72;p12"/>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3" name="Google Shape;73;p12"/>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4779610" y="12135167"/>
            <a:ext cx="25657500" cy="4611000"/>
          </a:xfrm>
          <a:prstGeom prst="rect">
            <a:avLst/>
          </a:prstGeom>
          <a:noFill/>
          <a:ln>
            <a:noFill/>
          </a:ln>
        </p:spPr>
        <p:txBody>
          <a:bodyPr anchorCtr="0" anchor="ctr" bIns="32300" lIns="64600" spcFirstLastPara="1" rIns="64600" wrap="square" tIns="3230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6" name="Google Shape;76;p13"/>
          <p:cNvSpPr txBox="1"/>
          <p:nvPr>
            <p:ph idx="1" type="body"/>
          </p:nvPr>
        </p:nvSpPr>
        <p:spPr>
          <a:xfrm rot="5400000">
            <a:off x="-4575817" y="7657967"/>
            <a:ext cx="25657500" cy="13565400"/>
          </a:xfrm>
          <a:prstGeom prst="rect">
            <a:avLst/>
          </a:prstGeom>
          <a:noFill/>
          <a:ln>
            <a:noFill/>
          </a:ln>
        </p:spPr>
        <p:txBody>
          <a:bodyPr anchorCtr="0" anchor="t" bIns="32300" lIns="64600" spcFirstLastPara="1" rIns="64600" wrap="square" tIns="32300">
            <a:normAutofit/>
          </a:bodyPr>
          <a:lstStyle>
            <a:lvl1pPr indent="-311150" lvl="0" marL="457200" algn="l">
              <a:lnSpc>
                <a:spcPct val="90000"/>
              </a:lnSpc>
              <a:spcBef>
                <a:spcPts val="2300"/>
              </a:spcBef>
              <a:spcAft>
                <a:spcPts val="0"/>
              </a:spcAft>
              <a:buClr>
                <a:schemeClr val="dk1"/>
              </a:buClr>
              <a:buSzPts val="1300"/>
              <a:buChar char="•"/>
              <a:defRPr/>
            </a:lvl1pPr>
            <a:lvl2pPr indent="-311150" lvl="1" marL="914400" algn="l">
              <a:lnSpc>
                <a:spcPct val="90000"/>
              </a:lnSpc>
              <a:spcBef>
                <a:spcPts val="1200"/>
              </a:spcBef>
              <a:spcAft>
                <a:spcPts val="0"/>
              </a:spcAft>
              <a:buClr>
                <a:schemeClr val="dk1"/>
              </a:buClr>
              <a:buSzPts val="1300"/>
              <a:buChar char="•"/>
              <a:defRPr/>
            </a:lvl2pPr>
            <a:lvl3pPr indent="-311150" lvl="2" marL="1371600" algn="l">
              <a:lnSpc>
                <a:spcPct val="90000"/>
              </a:lnSpc>
              <a:spcBef>
                <a:spcPts val="1200"/>
              </a:spcBef>
              <a:spcAft>
                <a:spcPts val="0"/>
              </a:spcAft>
              <a:buClr>
                <a:schemeClr val="dk1"/>
              </a:buClr>
              <a:buSzPts val="1300"/>
              <a:buChar char="•"/>
              <a:defRPr/>
            </a:lvl3pPr>
            <a:lvl4pPr indent="-311150" lvl="3" marL="1828800" algn="l">
              <a:lnSpc>
                <a:spcPct val="90000"/>
              </a:lnSpc>
              <a:spcBef>
                <a:spcPts val="1200"/>
              </a:spcBef>
              <a:spcAft>
                <a:spcPts val="0"/>
              </a:spcAft>
              <a:buClr>
                <a:schemeClr val="dk1"/>
              </a:buClr>
              <a:buSzPts val="1300"/>
              <a:buChar char="•"/>
              <a:defRPr/>
            </a:lvl4pPr>
            <a:lvl5pPr indent="-311150" lvl="4" marL="2286000" algn="l">
              <a:lnSpc>
                <a:spcPct val="90000"/>
              </a:lnSpc>
              <a:spcBef>
                <a:spcPts val="1200"/>
              </a:spcBef>
              <a:spcAft>
                <a:spcPts val="0"/>
              </a:spcAft>
              <a:buClr>
                <a:schemeClr val="dk1"/>
              </a:buClr>
              <a:buSzPts val="1300"/>
              <a:buChar char="•"/>
              <a:defRPr/>
            </a:lvl5pPr>
            <a:lvl6pPr indent="-311150" lvl="5" marL="2743200" algn="l">
              <a:lnSpc>
                <a:spcPct val="90000"/>
              </a:lnSpc>
              <a:spcBef>
                <a:spcPts val="1200"/>
              </a:spcBef>
              <a:spcAft>
                <a:spcPts val="0"/>
              </a:spcAft>
              <a:buClr>
                <a:schemeClr val="dk1"/>
              </a:buClr>
              <a:buSzPts val="1300"/>
              <a:buChar char="•"/>
              <a:defRPr/>
            </a:lvl6pPr>
            <a:lvl7pPr indent="-311150" lvl="6" marL="3200400" algn="l">
              <a:lnSpc>
                <a:spcPct val="90000"/>
              </a:lnSpc>
              <a:spcBef>
                <a:spcPts val="1200"/>
              </a:spcBef>
              <a:spcAft>
                <a:spcPts val="0"/>
              </a:spcAft>
              <a:buClr>
                <a:schemeClr val="dk1"/>
              </a:buClr>
              <a:buSzPts val="1300"/>
              <a:buChar char="•"/>
              <a:defRPr/>
            </a:lvl7pPr>
            <a:lvl8pPr indent="-311150" lvl="7" marL="3657600" algn="l">
              <a:lnSpc>
                <a:spcPct val="90000"/>
              </a:lnSpc>
              <a:spcBef>
                <a:spcPts val="1200"/>
              </a:spcBef>
              <a:spcAft>
                <a:spcPts val="0"/>
              </a:spcAft>
              <a:buClr>
                <a:schemeClr val="dk1"/>
              </a:buClr>
              <a:buSzPts val="1300"/>
              <a:buChar char="•"/>
              <a:defRPr/>
            </a:lvl8pPr>
            <a:lvl9pPr indent="-311150" lvl="8" marL="4114800" algn="l">
              <a:lnSpc>
                <a:spcPct val="90000"/>
              </a:lnSpc>
              <a:spcBef>
                <a:spcPts val="1200"/>
              </a:spcBef>
              <a:spcAft>
                <a:spcPts val="0"/>
              </a:spcAft>
              <a:buClr>
                <a:schemeClr val="dk1"/>
              </a:buClr>
              <a:buSzPts val="1300"/>
              <a:buChar char="•"/>
              <a:defRPr/>
            </a:lvl9pPr>
          </a:lstStyle>
          <a:p/>
        </p:txBody>
      </p:sp>
      <p:sp>
        <p:nvSpPr>
          <p:cNvPr id="77" name="Google Shape;77;p13"/>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8" name="Google Shape;78;p13"/>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79" name="Google Shape;79;p13"/>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470151" y="1611923"/>
            <a:ext cx="18443700" cy="5852100"/>
          </a:xfrm>
          <a:prstGeom prst="rect">
            <a:avLst/>
          </a:prstGeom>
          <a:noFill/>
          <a:ln>
            <a:noFill/>
          </a:ln>
        </p:spPr>
        <p:txBody>
          <a:bodyPr anchorCtr="0" anchor="ctr" bIns="32300" lIns="64600" spcFirstLastPara="1" rIns="64600" wrap="square" tIns="32300">
            <a:normAutofit/>
          </a:bodyPr>
          <a:lstStyle>
            <a:lvl1pPr lvl="0" marR="0" rtl="0" algn="l">
              <a:lnSpc>
                <a:spcPct val="90000"/>
              </a:lnSpc>
              <a:spcBef>
                <a:spcPts val="0"/>
              </a:spcBef>
              <a:spcAft>
                <a:spcPts val="0"/>
              </a:spcAft>
              <a:buClr>
                <a:schemeClr val="dk1"/>
              </a:buClr>
              <a:buSzPts val="10300"/>
              <a:buFont typeface="Calibri"/>
              <a:buNone/>
              <a:defRPr b="0" i="0" sz="10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000"/>
              <a:buFont typeface="Arial"/>
              <a:buNone/>
              <a:defRPr b="0" i="0" sz="13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1470151" y="8059586"/>
            <a:ext cx="18443700" cy="19209900"/>
          </a:xfrm>
          <a:prstGeom prst="rect">
            <a:avLst/>
          </a:prstGeom>
          <a:noFill/>
          <a:ln>
            <a:noFill/>
          </a:ln>
        </p:spPr>
        <p:txBody>
          <a:bodyPr anchorCtr="0" anchor="t" bIns="32300" lIns="64600" spcFirstLastPara="1" rIns="64600" wrap="square" tIns="32300">
            <a:normAutofit/>
          </a:bodyPr>
          <a:lstStyle>
            <a:lvl1pPr indent="-647700" lvl="0" marL="457200" marR="0" rtl="0" algn="l">
              <a:lnSpc>
                <a:spcPct val="90000"/>
              </a:lnSpc>
              <a:spcBef>
                <a:spcPts val="2300"/>
              </a:spcBef>
              <a:spcAft>
                <a:spcPts val="0"/>
              </a:spcAft>
              <a:buClr>
                <a:schemeClr val="dk1"/>
              </a:buClr>
              <a:buSzPts val="6600"/>
              <a:buFont typeface="Arial"/>
              <a:buChar char="•"/>
              <a:defRPr b="0" i="0" sz="6600" u="none" cap="none" strike="noStrike">
                <a:solidFill>
                  <a:schemeClr val="dk1"/>
                </a:solidFill>
                <a:latin typeface="Calibri"/>
                <a:ea typeface="Calibri"/>
                <a:cs typeface="Calibri"/>
                <a:sym typeface="Calibri"/>
              </a:defRPr>
            </a:lvl1pPr>
            <a:lvl2pPr indent="-584200" lvl="1" marL="914400" marR="0" rtl="0" algn="l">
              <a:lnSpc>
                <a:spcPct val="90000"/>
              </a:lnSpc>
              <a:spcBef>
                <a:spcPts val="1200"/>
              </a:spcBef>
              <a:spcAft>
                <a:spcPts val="0"/>
              </a:spcAft>
              <a:buClr>
                <a:schemeClr val="dk1"/>
              </a:buClr>
              <a:buSzPts val="5600"/>
              <a:buFont typeface="Arial"/>
              <a:buChar char="•"/>
              <a:defRPr b="0" i="0" sz="5600" u="none" cap="none" strike="noStrike">
                <a:solidFill>
                  <a:schemeClr val="dk1"/>
                </a:solidFill>
                <a:latin typeface="Calibri"/>
                <a:ea typeface="Calibri"/>
                <a:cs typeface="Calibri"/>
                <a:sym typeface="Calibri"/>
              </a:defRPr>
            </a:lvl2pPr>
            <a:lvl3pPr indent="-527050" lvl="2" marL="1371600" marR="0" rtl="0" algn="l">
              <a:lnSpc>
                <a:spcPct val="90000"/>
              </a:lnSpc>
              <a:spcBef>
                <a:spcPts val="1200"/>
              </a:spcBef>
              <a:spcAft>
                <a:spcPts val="0"/>
              </a:spcAft>
              <a:buClr>
                <a:schemeClr val="dk1"/>
              </a:buClr>
              <a:buSzPts val="4700"/>
              <a:buFont typeface="Arial"/>
              <a:buChar char="•"/>
              <a:defRPr b="0" i="0" sz="4700" u="none" cap="none" strike="noStrike">
                <a:solidFill>
                  <a:schemeClr val="dk1"/>
                </a:solidFill>
                <a:latin typeface="Calibri"/>
                <a:ea typeface="Calibri"/>
                <a:cs typeface="Calibri"/>
                <a:sym typeface="Calibri"/>
              </a:defRPr>
            </a:lvl3pPr>
            <a:lvl4pPr indent="-495300" lvl="3" marL="1828800" marR="0" rtl="0" algn="l">
              <a:lnSpc>
                <a:spcPct val="90000"/>
              </a:lnSpc>
              <a:spcBef>
                <a:spcPts val="12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4pPr>
            <a:lvl5pPr indent="-495300" lvl="4" marL="2286000" marR="0" rtl="0" algn="l">
              <a:lnSpc>
                <a:spcPct val="90000"/>
              </a:lnSpc>
              <a:spcBef>
                <a:spcPts val="12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5pPr>
            <a:lvl6pPr indent="-495300" lvl="5" marL="2743200" marR="0" rtl="0" algn="l">
              <a:lnSpc>
                <a:spcPct val="90000"/>
              </a:lnSpc>
              <a:spcBef>
                <a:spcPts val="12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6pPr>
            <a:lvl7pPr indent="-495300" lvl="6" marL="3200400" marR="0" rtl="0" algn="l">
              <a:lnSpc>
                <a:spcPct val="90000"/>
              </a:lnSpc>
              <a:spcBef>
                <a:spcPts val="12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7pPr>
            <a:lvl8pPr indent="-495300" lvl="7" marL="3657600" marR="0" rtl="0" algn="l">
              <a:lnSpc>
                <a:spcPct val="90000"/>
              </a:lnSpc>
              <a:spcBef>
                <a:spcPts val="12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8pPr>
            <a:lvl9pPr indent="-495300" lvl="8" marL="4114800" marR="0" rtl="0" algn="l">
              <a:lnSpc>
                <a:spcPct val="90000"/>
              </a:lnSpc>
              <a:spcBef>
                <a:spcPts val="12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1470151" y="28061382"/>
            <a:ext cx="4811400" cy="1611900"/>
          </a:xfrm>
          <a:prstGeom prst="rect">
            <a:avLst/>
          </a:prstGeom>
          <a:noFill/>
          <a:ln>
            <a:noFill/>
          </a:ln>
        </p:spPr>
        <p:txBody>
          <a:bodyPr anchorCtr="0" anchor="ctr" bIns="32300" lIns="64600" spcFirstLastPara="1" rIns="64600" wrap="square" tIns="32300">
            <a:noAutofit/>
          </a:bodyPr>
          <a:lstStyle>
            <a:lvl1pPr lvl="0" marR="0" rtl="0" algn="l">
              <a:lnSpc>
                <a:spcPct val="100000"/>
              </a:lnSpc>
              <a:spcBef>
                <a:spcPts val="0"/>
              </a:spcBef>
              <a:spcAft>
                <a:spcPts val="0"/>
              </a:spcAft>
              <a:buClr>
                <a:srgbClr val="000000"/>
              </a:buClr>
              <a:buSzPts val="1000"/>
              <a:buFont typeface="Arial"/>
              <a:buNone/>
              <a:defRPr b="0" i="0" sz="2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7083454" y="28061382"/>
            <a:ext cx="7217100" cy="1611900"/>
          </a:xfrm>
          <a:prstGeom prst="rect">
            <a:avLst/>
          </a:prstGeom>
          <a:noFill/>
          <a:ln>
            <a:noFill/>
          </a:ln>
        </p:spPr>
        <p:txBody>
          <a:bodyPr anchorCtr="0" anchor="ctr" bIns="32300" lIns="64600" spcFirstLastPara="1" rIns="64600" wrap="square" tIns="32300">
            <a:noAutofit/>
          </a:bodyPr>
          <a:lstStyle>
            <a:lvl1pPr lvl="0" marR="0" rtl="0" algn="ctr">
              <a:lnSpc>
                <a:spcPct val="100000"/>
              </a:lnSpc>
              <a:spcBef>
                <a:spcPts val="0"/>
              </a:spcBef>
              <a:spcAft>
                <a:spcPts val="0"/>
              </a:spcAft>
              <a:buClr>
                <a:srgbClr val="000000"/>
              </a:buClr>
              <a:buSzPts val="1000"/>
              <a:buFont typeface="Arial"/>
              <a:buNone/>
              <a:defRPr b="0" i="0" sz="2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000"/>
              <a:buFont typeface="Arial"/>
              <a:buNone/>
              <a:defRPr b="0" i="0" sz="49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15102456" y="28061382"/>
            <a:ext cx="4811400" cy="1611900"/>
          </a:xfrm>
          <a:prstGeom prst="rect">
            <a:avLst/>
          </a:prstGeom>
          <a:noFill/>
          <a:ln>
            <a:noFill/>
          </a:ln>
        </p:spPr>
        <p:txBody>
          <a:bodyPr anchorCtr="0" anchor="ctr" bIns="32300" lIns="64600" spcFirstLastPara="1" rIns="64600" wrap="square" tIns="32300">
            <a:noAutofit/>
          </a:bodyPr>
          <a:lstStyle>
            <a:lvl1pPr indent="0" lvl="0"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800"/>
              <a:buFont typeface="Arial"/>
              <a:buNone/>
              <a:defRPr b="0" i="0" sz="2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4.png"/><Relationship Id="rId13" Type="http://schemas.openxmlformats.org/officeDocument/2006/relationships/image" Target="../media/image10.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png"/><Relationship Id="rId1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5.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1F0"/>
            </a:gs>
            <a:gs pos="60000">
              <a:srgbClr val="F5CFCF"/>
            </a:gs>
            <a:gs pos="100000">
              <a:srgbClr val="D2B5DB"/>
            </a:gs>
          </a:gsLst>
          <a:lin ang="5400000" scaled="0"/>
        </a:gradFill>
      </p:bgPr>
    </p:bg>
    <p:spTree>
      <p:nvGrpSpPr>
        <p:cNvPr id="83" name="Shape 83"/>
        <p:cNvGrpSpPr/>
        <p:nvPr/>
      </p:nvGrpSpPr>
      <p:grpSpPr>
        <a:xfrm>
          <a:off x="0" y="0"/>
          <a:ext cx="0" cy="0"/>
          <a:chOff x="0" y="0"/>
          <a:chExt cx="0" cy="0"/>
        </a:xfrm>
      </p:grpSpPr>
      <p:sp>
        <p:nvSpPr>
          <p:cNvPr id="84" name="Google Shape;84;p1"/>
          <p:cNvSpPr/>
          <p:nvPr/>
        </p:nvSpPr>
        <p:spPr>
          <a:xfrm>
            <a:off x="332483" y="25130963"/>
            <a:ext cx="6283200" cy="2199300"/>
          </a:xfrm>
          <a:prstGeom prst="roundRect">
            <a:avLst>
              <a:gd fmla="val 2010" name="adj"/>
            </a:avLst>
          </a:prstGeom>
          <a:solidFill>
            <a:srgbClr val="75297B">
              <a:alpha val="9411"/>
            </a:srgbClr>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85" name="Google Shape;85;p1"/>
          <p:cNvSpPr/>
          <p:nvPr/>
        </p:nvSpPr>
        <p:spPr>
          <a:xfrm>
            <a:off x="6944525" y="25009275"/>
            <a:ext cx="14242500" cy="2607000"/>
          </a:xfrm>
          <a:prstGeom prst="roundRect">
            <a:avLst>
              <a:gd fmla="val 2276" name="adj"/>
            </a:avLst>
          </a:prstGeom>
          <a:no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86" name="Google Shape;86;p1"/>
          <p:cNvSpPr/>
          <p:nvPr/>
        </p:nvSpPr>
        <p:spPr>
          <a:xfrm>
            <a:off x="313606" y="10467364"/>
            <a:ext cx="6283200" cy="14212800"/>
          </a:xfrm>
          <a:prstGeom prst="roundRect">
            <a:avLst>
              <a:gd fmla="val 2010" name="adj"/>
            </a:avLst>
          </a:prstGeom>
          <a:no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87" name="Google Shape;87;p1"/>
          <p:cNvSpPr/>
          <p:nvPr/>
        </p:nvSpPr>
        <p:spPr>
          <a:xfrm>
            <a:off x="305113" y="10467364"/>
            <a:ext cx="6283200" cy="14212800"/>
          </a:xfrm>
          <a:prstGeom prst="roundRect">
            <a:avLst>
              <a:gd fmla="val 2010" name="adj"/>
            </a:avLst>
          </a:prstGeom>
          <a:solidFill>
            <a:srgbClr val="75297B">
              <a:alpha val="9410"/>
            </a:srgbClr>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88" name="Google Shape;88;p1"/>
          <p:cNvSpPr/>
          <p:nvPr/>
        </p:nvSpPr>
        <p:spPr>
          <a:xfrm>
            <a:off x="368293" y="25090257"/>
            <a:ext cx="6283200" cy="2285400"/>
          </a:xfrm>
          <a:prstGeom prst="roundRect">
            <a:avLst>
              <a:gd fmla="val 2010" name="adj"/>
            </a:avLst>
          </a:prstGeom>
          <a:no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l">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89" name="Google Shape;89;p1"/>
          <p:cNvSpPr/>
          <p:nvPr/>
        </p:nvSpPr>
        <p:spPr>
          <a:xfrm>
            <a:off x="6920195" y="24680258"/>
            <a:ext cx="7842300" cy="709500"/>
          </a:xfrm>
          <a:prstGeom prst="roundRect">
            <a:avLst>
              <a:gd fmla="val 50000" name="adj"/>
            </a:avLst>
          </a:prstGeom>
          <a:solidFill>
            <a:srgbClr val="75297B"/>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chemeClr val="lt1"/>
              </a:solidFill>
              <a:latin typeface="Calibri"/>
              <a:ea typeface="Calibri"/>
              <a:cs typeface="Calibri"/>
              <a:sym typeface="Calibri"/>
            </a:endParaRPr>
          </a:p>
        </p:txBody>
      </p:sp>
      <p:sp>
        <p:nvSpPr>
          <p:cNvPr id="90" name="Google Shape;90;p1"/>
          <p:cNvSpPr/>
          <p:nvPr/>
        </p:nvSpPr>
        <p:spPr>
          <a:xfrm>
            <a:off x="332483" y="3222255"/>
            <a:ext cx="6283200" cy="6563100"/>
          </a:xfrm>
          <a:prstGeom prst="roundRect">
            <a:avLst>
              <a:gd fmla="val 2010" name="adj"/>
            </a:avLst>
          </a:prstGeom>
          <a:no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91" name="Google Shape;91;p1"/>
          <p:cNvSpPr/>
          <p:nvPr/>
        </p:nvSpPr>
        <p:spPr>
          <a:xfrm>
            <a:off x="6944525" y="25005025"/>
            <a:ext cx="14242500" cy="2607000"/>
          </a:xfrm>
          <a:prstGeom prst="roundRect">
            <a:avLst>
              <a:gd fmla="val 2276" name="adj"/>
            </a:avLst>
          </a:prstGeom>
          <a:solidFill>
            <a:srgbClr val="75297B">
              <a:alpha val="9411"/>
            </a:srgbClr>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92" name="Google Shape;92;p1"/>
          <p:cNvSpPr/>
          <p:nvPr/>
        </p:nvSpPr>
        <p:spPr>
          <a:xfrm>
            <a:off x="305113" y="3248638"/>
            <a:ext cx="6283200" cy="6537000"/>
          </a:xfrm>
          <a:prstGeom prst="roundRect">
            <a:avLst>
              <a:gd fmla="val 2010" name="adj"/>
            </a:avLst>
          </a:prstGeom>
          <a:solidFill>
            <a:srgbClr val="75297B">
              <a:alpha val="9411"/>
            </a:srgbClr>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93" name="Google Shape;93;p1"/>
          <p:cNvSpPr/>
          <p:nvPr/>
        </p:nvSpPr>
        <p:spPr>
          <a:xfrm>
            <a:off x="3363852" y="310037"/>
            <a:ext cx="17706600" cy="2351700"/>
          </a:xfrm>
          <a:prstGeom prst="rect">
            <a:avLst/>
          </a:prstGeom>
          <a:solidFill>
            <a:schemeClr val="lt1">
              <a:alpha val="60000"/>
            </a:schemeClr>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chemeClr val="lt1"/>
              </a:solidFill>
              <a:latin typeface="Calibri"/>
              <a:ea typeface="Calibri"/>
              <a:cs typeface="Calibri"/>
              <a:sym typeface="Calibri"/>
            </a:endParaRPr>
          </a:p>
        </p:txBody>
      </p:sp>
      <p:sp>
        <p:nvSpPr>
          <p:cNvPr id="94" name="Google Shape;94;p1"/>
          <p:cNvSpPr txBox="1"/>
          <p:nvPr/>
        </p:nvSpPr>
        <p:spPr>
          <a:xfrm>
            <a:off x="3672740" y="599689"/>
            <a:ext cx="16972500" cy="653100"/>
          </a:xfrm>
          <a:prstGeom prst="rect">
            <a:avLst/>
          </a:prstGeom>
          <a:noFill/>
          <a:ln>
            <a:noFill/>
          </a:ln>
        </p:spPr>
        <p:txBody>
          <a:bodyPr anchorCtr="0" anchor="t" bIns="32300" lIns="64600" spcFirstLastPara="1" rIns="64600" wrap="square" tIns="32300">
            <a:normAutofit fontScale="77500"/>
          </a:bodyPr>
          <a:lstStyle/>
          <a:p>
            <a:pPr indent="0" lvl="0" marL="0" marR="0" rtl="0" algn="l">
              <a:lnSpc>
                <a:spcPct val="100000"/>
              </a:lnSpc>
              <a:spcBef>
                <a:spcPts val="0"/>
              </a:spcBef>
              <a:spcAft>
                <a:spcPts val="0"/>
              </a:spcAft>
              <a:buClr>
                <a:srgbClr val="75297B"/>
              </a:buClr>
              <a:buSzPct val="100000"/>
              <a:buFont typeface="Arial Black"/>
              <a:buNone/>
            </a:pPr>
            <a:r>
              <a:rPr lang="fr-FR" sz="4900">
                <a:solidFill>
                  <a:srgbClr val="75297B"/>
                </a:solidFill>
                <a:latin typeface="Arial Black"/>
                <a:ea typeface="Arial Black"/>
                <a:cs typeface="Arial Black"/>
                <a:sym typeface="Arial Black"/>
              </a:rPr>
              <a:t>Conditional Generation from Unconditional Generative Models</a:t>
            </a:r>
            <a:endParaRPr b="0" i="0" sz="1000" u="none" cap="none" strike="noStrike">
              <a:solidFill>
                <a:srgbClr val="000000"/>
              </a:solidFill>
              <a:latin typeface="Arial"/>
              <a:ea typeface="Arial"/>
              <a:cs typeface="Arial"/>
              <a:sym typeface="Arial"/>
            </a:endParaRPr>
          </a:p>
        </p:txBody>
      </p:sp>
      <p:sp>
        <p:nvSpPr>
          <p:cNvPr id="95" name="Google Shape;95;p1"/>
          <p:cNvSpPr/>
          <p:nvPr/>
        </p:nvSpPr>
        <p:spPr>
          <a:xfrm>
            <a:off x="7022611" y="3222255"/>
            <a:ext cx="14242500" cy="6839400"/>
          </a:xfrm>
          <a:prstGeom prst="roundRect">
            <a:avLst>
              <a:gd fmla="val 1307" name="adj"/>
            </a:avLst>
          </a:prstGeom>
          <a:solidFill>
            <a:schemeClr val="lt1"/>
          </a:solid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96" name="Google Shape;96;p1"/>
          <p:cNvSpPr/>
          <p:nvPr/>
        </p:nvSpPr>
        <p:spPr>
          <a:xfrm>
            <a:off x="6944527" y="10504887"/>
            <a:ext cx="14242500" cy="13962600"/>
          </a:xfrm>
          <a:prstGeom prst="roundRect">
            <a:avLst>
              <a:gd fmla="val 1046" name="adj"/>
            </a:avLst>
          </a:prstGeom>
          <a:solidFill>
            <a:schemeClr val="lt1"/>
          </a:solid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97" name="Google Shape;97;p1"/>
          <p:cNvSpPr txBox="1"/>
          <p:nvPr/>
        </p:nvSpPr>
        <p:spPr>
          <a:xfrm>
            <a:off x="7195201" y="25434050"/>
            <a:ext cx="13348500" cy="2097000"/>
          </a:xfrm>
          <a:prstGeom prst="rect">
            <a:avLst/>
          </a:prstGeom>
          <a:noFill/>
          <a:ln>
            <a:noFill/>
          </a:ln>
        </p:spPr>
        <p:txBody>
          <a:bodyPr anchorCtr="0" anchor="t" bIns="32300" lIns="64600" spcFirstLastPara="1" rIns="64600" wrap="square" tIns="32300">
            <a:spAutoFit/>
          </a:bodyPr>
          <a:lstStyle/>
          <a:p>
            <a:pPr indent="-292100" lvl="0" marL="317500" marR="0" rtl="0" algn="just">
              <a:lnSpc>
                <a:spcPct val="100000"/>
              </a:lnSpc>
              <a:spcBef>
                <a:spcPts val="0"/>
              </a:spcBef>
              <a:spcAft>
                <a:spcPts val="0"/>
              </a:spcAft>
              <a:buClr>
                <a:srgbClr val="000000"/>
              </a:buClr>
              <a:buSzPts val="2200"/>
              <a:buFont typeface="Times New Roman"/>
              <a:buChar char="●"/>
            </a:pPr>
            <a:r>
              <a:rPr b="1" i="0" lang="fr-FR" sz="2200" u="none" cap="none" strike="noStrike">
                <a:solidFill>
                  <a:srgbClr val="000000"/>
                </a:solidFill>
                <a:latin typeface="Times New Roman"/>
                <a:ea typeface="Times New Roman"/>
                <a:cs typeface="Times New Roman"/>
                <a:sym typeface="Times New Roman"/>
              </a:rPr>
              <a:t>Applications</a:t>
            </a:r>
            <a:r>
              <a:rPr b="0" i="0" lang="fr-FR" sz="2200" u="none" cap="none" strike="noStrike">
                <a:solidFill>
                  <a:srgbClr val="000000"/>
                </a:solidFill>
                <a:latin typeface="Times New Roman"/>
                <a:ea typeface="Times New Roman"/>
                <a:cs typeface="Times New Roman"/>
                <a:sym typeface="Times New Roman"/>
              </a:rPr>
              <a:t>: </a:t>
            </a:r>
            <a:r>
              <a:rPr lang="fr-FR" sz="2200">
                <a:latin typeface="Times New Roman"/>
                <a:ea typeface="Times New Roman"/>
                <a:cs typeface="Times New Roman"/>
                <a:sym typeface="Times New Roman"/>
              </a:rPr>
              <a:t>There are many unconditional models and using this approach we can directly leverage them without retraining</a:t>
            </a:r>
            <a:endParaRPr b="0" i="0" sz="2200" u="none" cap="none" strike="noStrike">
              <a:solidFill>
                <a:srgbClr val="000000"/>
              </a:solidFill>
              <a:latin typeface="Times New Roman"/>
              <a:ea typeface="Times New Roman"/>
              <a:cs typeface="Times New Roman"/>
              <a:sym typeface="Times New Roman"/>
            </a:endParaRPr>
          </a:p>
          <a:p>
            <a:pPr indent="-292100" lvl="0" marL="317500" marR="0" rtl="0" algn="just">
              <a:lnSpc>
                <a:spcPct val="100000"/>
              </a:lnSpc>
              <a:spcBef>
                <a:spcPts val="0"/>
              </a:spcBef>
              <a:spcAft>
                <a:spcPts val="0"/>
              </a:spcAft>
              <a:buClr>
                <a:srgbClr val="000000"/>
              </a:buClr>
              <a:buSzPts val="2200"/>
              <a:buFont typeface="Times New Roman"/>
              <a:buChar char="●"/>
            </a:pPr>
            <a:r>
              <a:rPr b="1" i="0" lang="fr-FR" sz="2200" u="none" cap="none" strike="noStrike">
                <a:solidFill>
                  <a:srgbClr val="000000"/>
                </a:solidFill>
                <a:latin typeface="Times New Roman"/>
                <a:ea typeface="Times New Roman"/>
                <a:cs typeface="Times New Roman"/>
                <a:sym typeface="Times New Roman"/>
              </a:rPr>
              <a:t>Limitations</a:t>
            </a:r>
            <a:r>
              <a:rPr b="0" i="0" lang="fr-FR" sz="2200" u="none" cap="none" strike="noStrike">
                <a:solidFill>
                  <a:srgbClr val="000000"/>
                </a:solidFill>
                <a:latin typeface="Times New Roman"/>
                <a:ea typeface="Times New Roman"/>
                <a:cs typeface="Times New Roman"/>
                <a:sym typeface="Times New Roman"/>
              </a:rPr>
              <a:t> </a:t>
            </a:r>
            <a:r>
              <a:rPr lang="fr-FR" sz="2200">
                <a:latin typeface="Times New Roman"/>
                <a:ea typeface="Times New Roman"/>
                <a:cs typeface="Times New Roman"/>
                <a:sym typeface="Times New Roman"/>
              </a:rPr>
              <a:t>: For different architectures and datasets we need to use relevant </a:t>
            </a:r>
            <a:r>
              <a:rPr lang="fr-FR" sz="2200">
                <a:latin typeface="Times New Roman"/>
                <a:ea typeface="Times New Roman"/>
                <a:cs typeface="Times New Roman"/>
                <a:sym typeface="Times New Roman"/>
              </a:rPr>
              <a:t>methods</a:t>
            </a:r>
            <a:r>
              <a:rPr lang="fr-FR" sz="2200">
                <a:latin typeface="Times New Roman"/>
                <a:ea typeface="Times New Roman"/>
                <a:cs typeface="Times New Roman"/>
                <a:sym typeface="Times New Roman"/>
              </a:rPr>
              <a:t> to navigate latent space.</a:t>
            </a:r>
            <a:endParaRPr sz="2200">
              <a:latin typeface="Times New Roman"/>
              <a:ea typeface="Times New Roman"/>
              <a:cs typeface="Times New Roman"/>
              <a:sym typeface="Times New Roman"/>
            </a:endParaRPr>
          </a:p>
          <a:p>
            <a:pPr indent="-292100" lvl="0" marL="317500" marR="0" rtl="0" algn="just">
              <a:lnSpc>
                <a:spcPct val="100000"/>
              </a:lnSpc>
              <a:spcBef>
                <a:spcPts val="0"/>
              </a:spcBef>
              <a:spcAft>
                <a:spcPts val="0"/>
              </a:spcAft>
              <a:buClr>
                <a:srgbClr val="000000"/>
              </a:buClr>
              <a:buSzPts val="2200"/>
              <a:buFont typeface="Times New Roman"/>
              <a:buChar char="●"/>
            </a:pPr>
            <a:r>
              <a:rPr b="1" i="0" lang="fr-FR" sz="2200" u="none" cap="none" strike="noStrike">
                <a:solidFill>
                  <a:srgbClr val="000000"/>
                </a:solidFill>
                <a:latin typeface="Times New Roman"/>
                <a:ea typeface="Times New Roman"/>
                <a:cs typeface="Times New Roman"/>
                <a:sym typeface="Times New Roman"/>
              </a:rPr>
              <a:t>Next Steps</a:t>
            </a:r>
            <a:r>
              <a:rPr b="0" i="0" lang="fr-FR" sz="2200" u="none" cap="none" strike="noStrike">
                <a:solidFill>
                  <a:srgbClr val="000000"/>
                </a:solidFill>
                <a:latin typeface="Times New Roman"/>
                <a:ea typeface="Times New Roman"/>
                <a:cs typeface="Times New Roman"/>
                <a:sym typeface="Times New Roman"/>
              </a:rPr>
              <a:t> in Research</a:t>
            </a:r>
            <a:endParaRPr b="0" i="0" sz="2200" u="none" cap="none" strike="noStrike">
              <a:solidFill>
                <a:srgbClr val="000000"/>
              </a:solidFill>
              <a:latin typeface="Times New Roman"/>
              <a:ea typeface="Times New Roman"/>
              <a:cs typeface="Times New Roman"/>
              <a:sym typeface="Times New Roman"/>
            </a:endParaRPr>
          </a:p>
          <a:p>
            <a:pPr indent="-292100" lvl="0" marL="317500" marR="0" rtl="0" algn="just">
              <a:lnSpc>
                <a:spcPct val="100000"/>
              </a:lnSpc>
              <a:spcBef>
                <a:spcPts val="0"/>
              </a:spcBef>
              <a:spcAft>
                <a:spcPts val="0"/>
              </a:spcAft>
              <a:buClr>
                <a:srgbClr val="000000"/>
              </a:buClr>
              <a:buSzPts val="2200"/>
              <a:buFont typeface="Times New Roman"/>
              <a:buAutoNum type="arabicPeriod"/>
            </a:pPr>
            <a:r>
              <a:rPr lang="fr-FR" sz="2200">
                <a:latin typeface="Times New Roman"/>
                <a:ea typeface="Times New Roman"/>
                <a:cs typeface="Times New Roman"/>
                <a:sym typeface="Times New Roman"/>
              </a:rPr>
              <a:t>Extend the concept for clip models, LLMs, Energy Models and more …</a:t>
            </a:r>
            <a:endParaRPr b="0" i="0" sz="2200" u="none" cap="none" strike="noStrike">
              <a:solidFill>
                <a:srgbClr val="000000"/>
              </a:solidFill>
              <a:latin typeface="Times New Roman"/>
              <a:ea typeface="Times New Roman"/>
              <a:cs typeface="Times New Roman"/>
              <a:sym typeface="Times New Roman"/>
            </a:endParaRPr>
          </a:p>
          <a:p>
            <a:pPr indent="-292100" lvl="0" marL="317500" marR="0" rtl="0" algn="just">
              <a:lnSpc>
                <a:spcPct val="100000"/>
              </a:lnSpc>
              <a:spcBef>
                <a:spcPts val="0"/>
              </a:spcBef>
              <a:spcAft>
                <a:spcPts val="0"/>
              </a:spcAft>
              <a:buClr>
                <a:srgbClr val="000000"/>
              </a:buClr>
              <a:buSzPts val="2200"/>
              <a:buFont typeface="Times New Roman"/>
              <a:buAutoNum type="arabicPeriod"/>
            </a:pPr>
            <a:r>
              <a:rPr lang="fr-FR" sz="2200">
                <a:latin typeface="Times New Roman"/>
                <a:ea typeface="Times New Roman"/>
                <a:cs typeface="Times New Roman"/>
                <a:sym typeface="Times New Roman"/>
              </a:rPr>
              <a:t>Build a library that would integrate over any sort of model and provides </a:t>
            </a:r>
            <a:r>
              <a:rPr lang="fr-FR" sz="2200">
                <a:latin typeface="Times New Roman"/>
                <a:ea typeface="Times New Roman"/>
                <a:cs typeface="Times New Roman"/>
                <a:sym typeface="Times New Roman"/>
              </a:rPr>
              <a:t>utility</a:t>
            </a:r>
            <a:r>
              <a:rPr lang="fr-FR" sz="2200">
                <a:latin typeface="Times New Roman"/>
                <a:ea typeface="Times New Roman"/>
                <a:cs typeface="Times New Roman"/>
                <a:sym typeface="Times New Roman"/>
              </a:rPr>
              <a:t> to leverage the latent space</a:t>
            </a:r>
            <a:endParaRPr b="0" i="0" sz="2200" u="none" cap="none" strike="noStrike">
              <a:solidFill>
                <a:srgbClr val="000000"/>
              </a:solidFill>
              <a:latin typeface="Times New Roman"/>
              <a:ea typeface="Times New Roman"/>
              <a:cs typeface="Times New Roman"/>
              <a:sym typeface="Times New Roman"/>
            </a:endParaRPr>
          </a:p>
        </p:txBody>
      </p:sp>
      <p:sp>
        <p:nvSpPr>
          <p:cNvPr id="98" name="Google Shape;98;p1"/>
          <p:cNvSpPr txBox="1"/>
          <p:nvPr/>
        </p:nvSpPr>
        <p:spPr>
          <a:xfrm>
            <a:off x="3672740" y="1362438"/>
            <a:ext cx="16972500" cy="1972800"/>
          </a:xfrm>
          <a:prstGeom prst="rect">
            <a:avLst/>
          </a:prstGeom>
          <a:noFill/>
          <a:ln>
            <a:noFill/>
          </a:ln>
        </p:spPr>
        <p:txBody>
          <a:bodyPr anchorCtr="0" anchor="t" bIns="32300" lIns="64600" spcFirstLastPara="1" rIns="64600" wrap="square" tIns="32300">
            <a:normAutofit/>
          </a:bodyPr>
          <a:lstStyle/>
          <a:p>
            <a:pPr indent="0" lvl="0" marL="0" marR="0" rtl="0" algn="l">
              <a:lnSpc>
                <a:spcPct val="130000"/>
              </a:lnSpc>
              <a:spcBef>
                <a:spcPts val="0"/>
              </a:spcBef>
              <a:spcAft>
                <a:spcPts val="0"/>
              </a:spcAft>
              <a:buClr>
                <a:schemeClr val="dk1"/>
              </a:buClr>
              <a:buSzPts val="3400"/>
              <a:buFont typeface="Arial"/>
              <a:buNone/>
            </a:pPr>
            <a:r>
              <a:rPr lang="fr-FR" sz="3100">
                <a:solidFill>
                  <a:schemeClr val="dk1"/>
                </a:solidFill>
              </a:rPr>
              <a:t>Haarit Chavda (23110077)    </a:t>
            </a:r>
            <a:endParaRPr sz="3100">
              <a:solidFill>
                <a:schemeClr val="dk1"/>
              </a:solidFill>
            </a:endParaRPr>
          </a:p>
          <a:p>
            <a:pPr indent="0" lvl="0" marL="0" marR="0" rtl="0" algn="l">
              <a:lnSpc>
                <a:spcPct val="130000"/>
              </a:lnSpc>
              <a:spcBef>
                <a:spcPts val="0"/>
              </a:spcBef>
              <a:spcAft>
                <a:spcPts val="0"/>
              </a:spcAft>
              <a:buClr>
                <a:schemeClr val="dk1"/>
              </a:buClr>
              <a:buSzPts val="3400"/>
              <a:buFont typeface="Arial"/>
              <a:buNone/>
            </a:pPr>
            <a:r>
              <a:rPr lang="fr-FR" sz="3100">
                <a:solidFill>
                  <a:schemeClr val="dk1"/>
                </a:solidFill>
              </a:rPr>
              <a:t>Mentors: Prof.Shanmuganathan Raman , Prajwal Singh</a:t>
            </a:r>
            <a:endParaRPr b="0" i="0" sz="3100" u="none" cap="none" strike="noStrike">
              <a:solidFill>
                <a:schemeClr val="dk1"/>
              </a:solidFill>
              <a:latin typeface="Arial"/>
              <a:ea typeface="Arial"/>
              <a:cs typeface="Arial"/>
              <a:sym typeface="Arial"/>
            </a:endParaRPr>
          </a:p>
          <a:p>
            <a:pPr indent="0" lvl="0" marL="0" marR="0" rtl="0" algn="l">
              <a:lnSpc>
                <a:spcPct val="130000"/>
              </a:lnSpc>
              <a:spcBef>
                <a:spcPts val="0"/>
              </a:spcBef>
              <a:spcAft>
                <a:spcPts val="0"/>
              </a:spcAft>
              <a:buClr>
                <a:schemeClr val="dk1"/>
              </a:buClr>
              <a:buSzPts val="3400"/>
              <a:buFont typeface="Arial"/>
              <a:buNone/>
            </a:pPr>
            <a:r>
              <a:t/>
            </a:r>
            <a:endParaRPr b="0" i="0" sz="3100" u="none" cap="none" strike="noStrike">
              <a:solidFill>
                <a:schemeClr val="dk1"/>
              </a:solidFill>
              <a:latin typeface="Arial"/>
              <a:ea typeface="Arial"/>
              <a:cs typeface="Arial"/>
              <a:sym typeface="Arial"/>
            </a:endParaRPr>
          </a:p>
        </p:txBody>
      </p:sp>
      <p:grpSp>
        <p:nvGrpSpPr>
          <p:cNvPr id="99" name="Google Shape;99;p1"/>
          <p:cNvGrpSpPr/>
          <p:nvPr/>
        </p:nvGrpSpPr>
        <p:grpSpPr>
          <a:xfrm>
            <a:off x="313134" y="10061136"/>
            <a:ext cx="5988241" cy="709515"/>
            <a:chOff x="444171" y="16582128"/>
            <a:chExt cx="5927778" cy="1003132"/>
          </a:xfrm>
        </p:grpSpPr>
        <p:sp>
          <p:nvSpPr>
            <p:cNvPr id="100" name="Google Shape;100;p1"/>
            <p:cNvSpPr/>
            <p:nvPr/>
          </p:nvSpPr>
          <p:spPr>
            <a:xfrm>
              <a:off x="444171" y="16582128"/>
              <a:ext cx="5927778" cy="1003132"/>
            </a:xfrm>
            <a:prstGeom prst="roundRect">
              <a:avLst>
                <a:gd fmla="val 50000" name="adj"/>
              </a:avLst>
            </a:prstGeom>
            <a:solidFill>
              <a:srgbClr val="75297B"/>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chemeClr val="lt1"/>
                </a:solidFill>
                <a:latin typeface="Calibri"/>
                <a:ea typeface="Calibri"/>
                <a:cs typeface="Calibri"/>
                <a:sym typeface="Calibri"/>
              </a:endParaRPr>
            </a:p>
          </p:txBody>
        </p:sp>
        <p:sp>
          <p:nvSpPr>
            <p:cNvPr id="101" name="Google Shape;101;p1"/>
            <p:cNvSpPr/>
            <p:nvPr/>
          </p:nvSpPr>
          <p:spPr>
            <a:xfrm>
              <a:off x="672396" y="16706111"/>
              <a:ext cx="5370000" cy="769500"/>
            </a:xfrm>
            <a:prstGeom prst="rect">
              <a:avLst/>
            </a:prstGeom>
            <a:noFill/>
            <a:ln>
              <a:noFill/>
            </a:ln>
          </p:spPr>
          <p:txBody>
            <a:bodyPr anchorCtr="0" anchor="t" bIns="32300" lIns="64600" spcFirstLastPara="1" rIns="64600" wrap="square" tIns="32300">
              <a:spAutoFit/>
            </a:bodyPr>
            <a:lstStyle/>
            <a:p>
              <a:pPr indent="0" lvl="0" marL="0" marR="0" rtl="0" algn="l">
                <a:lnSpc>
                  <a:spcPct val="100000"/>
                </a:lnSpc>
                <a:spcBef>
                  <a:spcPts val="0"/>
                </a:spcBef>
                <a:spcAft>
                  <a:spcPts val="0"/>
                </a:spcAft>
                <a:buClr>
                  <a:srgbClr val="000000"/>
                </a:buClr>
                <a:buSzPts val="3100"/>
                <a:buFont typeface="Arial"/>
                <a:buNone/>
              </a:pPr>
              <a:r>
                <a:rPr lang="fr-FR" sz="3100">
                  <a:solidFill>
                    <a:schemeClr val="lt1"/>
                  </a:solidFill>
                  <a:latin typeface="Arial Black"/>
                  <a:ea typeface="Arial Black"/>
                  <a:cs typeface="Arial Black"/>
                  <a:sym typeface="Arial Black"/>
                </a:rPr>
                <a:t>Approach</a:t>
              </a:r>
              <a:endParaRPr b="0" i="0" sz="1000" u="none" cap="none" strike="noStrike">
                <a:solidFill>
                  <a:srgbClr val="000000"/>
                </a:solidFill>
                <a:latin typeface="Arial"/>
                <a:ea typeface="Arial"/>
                <a:cs typeface="Arial"/>
                <a:sym typeface="Arial"/>
              </a:endParaRPr>
            </a:p>
          </p:txBody>
        </p:sp>
      </p:grpSp>
      <p:grpSp>
        <p:nvGrpSpPr>
          <p:cNvPr id="102" name="Google Shape;102;p1"/>
          <p:cNvGrpSpPr/>
          <p:nvPr/>
        </p:nvGrpSpPr>
        <p:grpSpPr>
          <a:xfrm>
            <a:off x="323988" y="24766266"/>
            <a:ext cx="2779700" cy="643954"/>
            <a:chOff x="451893" y="26654464"/>
            <a:chExt cx="4331100" cy="1003200"/>
          </a:xfrm>
        </p:grpSpPr>
        <p:sp>
          <p:nvSpPr>
            <p:cNvPr id="103" name="Google Shape;103;p1"/>
            <p:cNvSpPr/>
            <p:nvPr/>
          </p:nvSpPr>
          <p:spPr>
            <a:xfrm>
              <a:off x="451893" y="26654464"/>
              <a:ext cx="4331100" cy="1003200"/>
            </a:xfrm>
            <a:prstGeom prst="roundRect">
              <a:avLst>
                <a:gd fmla="val 50000" name="adj"/>
              </a:avLst>
            </a:prstGeom>
            <a:solidFill>
              <a:srgbClr val="75297B"/>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chemeClr val="lt1"/>
                </a:solidFill>
                <a:latin typeface="Calibri"/>
                <a:ea typeface="Calibri"/>
                <a:cs typeface="Calibri"/>
                <a:sym typeface="Calibri"/>
              </a:endParaRPr>
            </a:p>
          </p:txBody>
        </p:sp>
        <p:sp>
          <p:nvSpPr>
            <p:cNvPr id="104" name="Google Shape;104;p1"/>
            <p:cNvSpPr/>
            <p:nvPr/>
          </p:nvSpPr>
          <p:spPr>
            <a:xfrm>
              <a:off x="843110" y="26783772"/>
              <a:ext cx="3536400" cy="769500"/>
            </a:xfrm>
            <a:prstGeom prst="rect">
              <a:avLst/>
            </a:prstGeom>
            <a:noFill/>
            <a:ln>
              <a:noFill/>
            </a:ln>
          </p:spPr>
          <p:txBody>
            <a:bodyPr anchorCtr="0" anchor="t" bIns="32300" lIns="64600" spcFirstLastPara="1" rIns="64600" wrap="square" tIns="32300">
              <a:spAutoFit/>
            </a:bodyPr>
            <a:lstStyle/>
            <a:p>
              <a:pPr indent="0" lvl="0" marL="0" marR="0" rtl="0" algn="l">
                <a:lnSpc>
                  <a:spcPct val="100000"/>
                </a:lnSpc>
                <a:spcBef>
                  <a:spcPts val="0"/>
                </a:spcBef>
                <a:spcAft>
                  <a:spcPts val="0"/>
                </a:spcAft>
                <a:buClr>
                  <a:srgbClr val="000000"/>
                </a:buClr>
                <a:buSzPts val="3100"/>
                <a:buFont typeface="Arial"/>
                <a:buNone/>
              </a:pPr>
              <a:r>
                <a:rPr b="0" i="0" lang="fr-FR" sz="3100" u="none" cap="none" strike="noStrike">
                  <a:solidFill>
                    <a:schemeClr val="lt1"/>
                  </a:solidFill>
                  <a:latin typeface="Arial Black"/>
                  <a:ea typeface="Arial Black"/>
                  <a:cs typeface="Arial Black"/>
                  <a:sym typeface="Arial Black"/>
                </a:rPr>
                <a:t>TIMELINE</a:t>
              </a:r>
              <a:endParaRPr b="0" i="0" sz="1000" u="none" cap="none" strike="noStrike">
                <a:solidFill>
                  <a:srgbClr val="000000"/>
                </a:solidFill>
                <a:latin typeface="Arial"/>
                <a:ea typeface="Arial"/>
                <a:cs typeface="Arial"/>
                <a:sym typeface="Arial"/>
              </a:endParaRPr>
            </a:p>
          </p:txBody>
        </p:sp>
      </p:grpSp>
      <p:cxnSp>
        <p:nvCxnSpPr>
          <p:cNvPr id="105" name="Google Shape;105;p1"/>
          <p:cNvCxnSpPr/>
          <p:nvPr/>
        </p:nvCxnSpPr>
        <p:spPr>
          <a:xfrm>
            <a:off x="3346600" y="299427"/>
            <a:ext cx="17723700" cy="10500"/>
          </a:xfrm>
          <a:prstGeom prst="straightConnector1">
            <a:avLst/>
          </a:prstGeom>
          <a:noFill/>
          <a:ln cap="flat" cmpd="sng" w="79375">
            <a:solidFill>
              <a:srgbClr val="75297B"/>
            </a:solidFill>
            <a:prstDash val="solid"/>
            <a:miter lim="800000"/>
            <a:headEnd len="sm" w="sm" type="none"/>
            <a:tailEnd len="sm" w="sm" type="none"/>
          </a:ln>
        </p:spPr>
      </p:cxnSp>
      <p:cxnSp>
        <p:nvCxnSpPr>
          <p:cNvPr id="106" name="Google Shape;106;p1"/>
          <p:cNvCxnSpPr/>
          <p:nvPr/>
        </p:nvCxnSpPr>
        <p:spPr>
          <a:xfrm>
            <a:off x="3363852" y="2683382"/>
            <a:ext cx="17706600" cy="15600"/>
          </a:xfrm>
          <a:prstGeom prst="straightConnector1">
            <a:avLst/>
          </a:prstGeom>
          <a:noFill/>
          <a:ln cap="flat" cmpd="sng" w="79375">
            <a:solidFill>
              <a:srgbClr val="75297B"/>
            </a:solidFill>
            <a:prstDash val="solid"/>
            <a:miter lim="800000"/>
            <a:headEnd len="sm" w="sm" type="none"/>
            <a:tailEnd len="sm" w="sm" type="none"/>
          </a:ln>
        </p:spPr>
      </p:cxnSp>
      <p:sp>
        <p:nvSpPr>
          <p:cNvPr id="107" name="Google Shape;107;p1"/>
          <p:cNvSpPr/>
          <p:nvPr/>
        </p:nvSpPr>
        <p:spPr>
          <a:xfrm>
            <a:off x="6953586" y="2865906"/>
            <a:ext cx="5708100" cy="709500"/>
          </a:xfrm>
          <a:prstGeom prst="roundRect">
            <a:avLst>
              <a:gd fmla="val 50000" name="adj"/>
            </a:avLst>
          </a:prstGeom>
          <a:solidFill>
            <a:schemeClr val="lt1"/>
          </a:solid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chemeClr val="lt1"/>
              </a:solidFill>
              <a:latin typeface="Calibri"/>
              <a:ea typeface="Calibri"/>
              <a:cs typeface="Calibri"/>
              <a:sym typeface="Calibri"/>
            </a:endParaRPr>
          </a:p>
        </p:txBody>
      </p:sp>
      <p:sp>
        <p:nvSpPr>
          <p:cNvPr id="108" name="Google Shape;108;p1"/>
          <p:cNvSpPr/>
          <p:nvPr/>
        </p:nvSpPr>
        <p:spPr>
          <a:xfrm>
            <a:off x="7124074" y="2947708"/>
            <a:ext cx="7214100" cy="544200"/>
          </a:xfrm>
          <a:prstGeom prst="rect">
            <a:avLst/>
          </a:prstGeom>
          <a:noFill/>
          <a:ln>
            <a:noFill/>
          </a:ln>
        </p:spPr>
        <p:txBody>
          <a:bodyPr anchorCtr="0" anchor="t" bIns="32300" lIns="64600" spcFirstLastPara="1" rIns="64600" wrap="square" tIns="32300">
            <a:spAutoFit/>
          </a:bodyPr>
          <a:lstStyle/>
          <a:p>
            <a:pPr indent="0" lvl="0" marL="0" marR="0" rtl="0" algn="l">
              <a:lnSpc>
                <a:spcPct val="100000"/>
              </a:lnSpc>
              <a:spcBef>
                <a:spcPts val="0"/>
              </a:spcBef>
              <a:spcAft>
                <a:spcPts val="0"/>
              </a:spcAft>
              <a:buClr>
                <a:srgbClr val="000000"/>
              </a:buClr>
              <a:buSzPts val="3100"/>
              <a:buFont typeface="Arial"/>
              <a:buNone/>
            </a:pPr>
            <a:r>
              <a:rPr lang="fr-FR" sz="3100">
                <a:solidFill>
                  <a:srgbClr val="75297B"/>
                </a:solidFill>
                <a:latin typeface="Arial Black"/>
                <a:ea typeface="Arial Black"/>
                <a:cs typeface="Arial Black"/>
                <a:sym typeface="Arial Black"/>
              </a:rPr>
              <a:t>VAE - CelebA</a:t>
            </a:r>
            <a:endParaRPr b="0" i="0" sz="1000" u="none" cap="none" strike="noStrike">
              <a:solidFill>
                <a:srgbClr val="000000"/>
              </a:solidFill>
              <a:latin typeface="Arial"/>
              <a:ea typeface="Arial"/>
              <a:cs typeface="Arial"/>
              <a:sym typeface="Arial"/>
            </a:endParaRPr>
          </a:p>
        </p:txBody>
      </p:sp>
      <p:sp>
        <p:nvSpPr>
          <p:cNvPr id="109" name="Google Shape;109;p1"/>
          <p:cNvSpPr txBox="1"/>
          <p:nvPr/>
        </p:nvSpPr>
        <p:spPr>
          <a:xfrm>
            <a:off x="592656" y="27134892"/>
            <a:ext cx="5708100" cy="373200"/>
          </a:xfrm>
          <a:prstGeom prst="rect">
            <a:avLst/>
          </a:prstGeom>
          <a:noFill/>
          <a:ln>
            <a:noFill/>
          </a:ln>
        </p:spPr>
        <p:txBody>
          <a:bodyPr anchorCtr="0" anchor="t" bIns="32300" lIns="64600" spcFirstLastPara="1" rIns="64600" wrap="square" tIns="32300">
            <a:spAutoFit/>
          </a:bodyPr>
          <a:lstStyle/>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grpSp>
        <p:nvGrpSpPr>
          <p:cNvPr id="110" name="Google Shape;110;p1"/>
          <p:cNvGrpSpPr/>
          <p:nvPr/>
        </p:nvGrpSpPr>
        <p:grpSpPr>
          <a:xfrm>
            <a:off x="6920106" y="10163781"/>
            <a:ext cx="5996237" cy="659303"/>
            <a:chOff x="9454459" y="6292659"/>
            <a:chExt cx="2790375" cy="1003200"/>
          </a:xfrm>
        </p:grpSpPr>
        <p:sp>
          <p:nvSpPr>
            <p:cNvPr id="111" name="Google Shape;111;p1"/>
            <p:cNvSpPr/>
            <p:nvPr/>
          </p:nvSpPr>
          <p:spPr>
            <a:xfrm>
              <a:off x="9454459" y="6292659"/>
              <a:ext cx="2786700" cy="1003200"/>
            </a:xfrm>
            <a:prstGeom prst="roundRect">
              <a:avLst>
                <a:gd fmla="val 50000" name="adj"/>
              </a:avLst>
            </a:prstGeom>
            <a:solidFill>
              <a:schemeClr val="lt1"/>
            </a:solid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chemeClr val="lt1"/>
                </a:solidFill>
                <a:latin typeface="Calibri"/>
                <a:ea typeface="Calibri"/>
                <a:cs typeface="Calibri"/>
                <a:sym typeface="Calibri"/>
              </a:endParaRPr>
            </a:p>
          </p:txBody>
        </p:sp>
        <p:sp>
          <p:nvSpPr>
            <p:cNvPr id="112" name="Google Shape;112;p1"/>
            <p:cNvSpPr/>
            <p:nvPr/>
          </p:nvSpPr>
          <p:spPr>
            <a:xfrm>
              <a:off x="9531034" y="6408325"/>
              <a:ext cx="2713800" cy="769500"/>
            </a:xfrm>
            <a:prstGeom prst="rect">
              <a:avLst/>
            </a:prstGeom>
            <a:noFill/>
            <a:ln>
              <a:noFill/>
            </a:ln>
          </p:spPr>
          <p:txBody>
            <a:bodyPr anchorCtr="0" anchor="t" bIns="32300" lIns="64600" spcFirstLastPara="1" rIns="64600" wrap="square" tIns="32300">
              <a:spAutoFit/>
            </a:bodyPr>
            <a:lstStyle/>
            <a:p>
              <a:pPr indent="0" lvl="0" marL="0" marR="0" rtl="0" algn="l">
                <a:lnSpc>
                  <a:spcPct val="100000"/>
                </a:lnSpc>
                <a:spcBef>
                  <a:spcPts val="0"/>
                </a:spcBef>
                <a:spcAft>
                  <a:spcPts val="0"/>
                </a:spcAft>
                <a:buClr>
                  <a:srgbClr val="000000"/>
                </a:buClr>
                <a:buSzPts val="3100"/>
                <a:buFont typeface="Arial"/>
                <a:buNone/>
              </a:pPr>
              <a:r>
                <a:rPr lang="fr-FR" sz="3100">
                  <a:solidFill>
                    <a:srgbClr val="75297B"/>
                  </a:solidFill>
                  <a:latin typeface="Arial Black"/>
                  <a:ea typeface="Arial Black"/>
                  <a:cs typeface="Arial Black"/>
                  <a:sym typeface="Arial Black"/>
                </a:rPr>
                <a:t>StyleGan2 </a:t>
              </a:r>
              <a:endParaRPr b="0" i="0" sz="1000" u="none" cap="none" strike="noStrike">
                <a:solidFill>
                  <a:srgbClr val="000000"/>
                </a:solidFill>
                <a:latin typeface="Arial"/>
                <a:ea typeface="Arial"/>
                <a:cs typeface="Arial"/>
                <a:sym typeface="Arial"/>
              </a:endParaRPr>
            </a:p>
          </p:txBody>
        </p:sp>
      </p:grpSp>
      <p:sp>
        <p:nvSpPr>
          <p:cNvPr id="113" name="Google Shape;113;p1"/>
          <p:cNvSpPr/>
          <p:nvPr/>
        </p:nvSpPr>
        <p:spPr>
          <a:xfrm>
            <a:off x="7082278" y="24792864"/>
            <a:ext cx="7353300" cy="392400"/>
          </a:xfrm>
          <a:prstGeom prst="rect">
            <a:avLst/>
          </a:prstGeom>
          <a:noFill/>
          <a:ln>
            <a:noFill/>
          </a:ln>
        </p:spPr>
        <p:txBody>
          <a:bodyPr anchorCtr="0" anchor="t" bIns="32300" lIns="64600" spcFirstLastPara="1" rIns="64600" wrap="square" tIns="32300">
            <a:spAutoFit/>
          </a:bodyPr>
          <a:lstStyle/>
          <a:p>
            <a:pPr indent="0" lvl="0" marL="0" marR="0" rtl="0" algn="l">
              <a:lnSpc>
                <a:spcPct val="100000"/>
              </a:lnSpc>
              <a:spcBef>
                <a:spcPts val="0"/>
              </a:spcBef>
              <a:spcAft>
                <a:spcPts val="0"/>
              </a:spcAft>
              <a:buClr>
                <a:srgbClr val="000000"/>
              </a:buClr>
              <a:buSzPts val="3100"/>
              <a:buFont typeface="Arial"/>
              <a:buNone/>
            </a:pPr>
            <a:r>
              <a:rPr b="0" i="0" lang="fr-FR" sz="3100" u="none" cap="none" strike="noStrike">
                <a:solidFill>
                  <a:schemeClr val="lt1"/>
                </a:solidFill>
                <a:latin typeface="Arial Black"/>
                <a:ea typeface="Arial Black"/>
                <a:cs typeface="Arial Black"/>
                <a:sym typeface="Arial Black"/>
              </a:rPr>
              <a:t>APPLICATIONS &amp; FUTURE WORK</a:t>
            </a:r>
            <a:endParaRPr b="0" i="0" sz="1000" u="none" cap="none" strike="noStrike">
              <a:solidFill>
                <a:srgbClr val="000000"/>
              </a:solidFill>
              <a:latin typeface="Arial"/>
              <a:ea typeface="Arial"/>
              <a:cs typeface="Arial"/>
              <a:sym typeface="Arial"/>
            </a:endParaRPr>
          </a:p>
        </p:txBody>
      </p:sp>
      <p:pic>
        <p:nvPicPr>
          <p:cNvPr id="114" name="Google Shape;114;p1"/>
          <p:cNvPicPr preferRelativeResize="0"/>
          <p:nvPr/>
        </p:nvPicPr>
        <p:blipFill rotWithShape="1">
          <a:blip r:embed="rId3">
            <a:alphaModFix/>
          </a:blip>
          <a:srcRect b="0" l="0" r="0" t="0"/>
          <a:stretch/>
        </p:blipFill>
        <p:spPr>
          <a:xfrm>
            <a:off x="406240" y="212621"/>
            <a:ext cx="2615010" cy="2571421"/>
          </a:xfrm>
          <a:prstGeom prst="rect">
            <a:avLst/>
          </a:prstGeom>
          <a:noFill/>
          <a:ln>
            <a:noFill/>
          </a:ln>
        </p:spPr>
      </p:pic>
      <p:sp>
        <p:nvSpPr>
          <p:cNvPr id="115" name="Google Shape;115;p1"/>
          <p:cNvSpPr/>
          <p:nvPr/>
        </p:nvSpPr>
        <p:spPr>
          <a:xfrm>
            <a:off x="6951950" y="28096751"/>
            <a:ext cx="14242500" cy="1895400"/>
          </a:xfrm>
          <a:prstGeom prst="roundRect">
            <a:avLst>
              <a:gd fmla="val 2276" name="adj"/>
            </a:avLst>
          </a:prstGeom>
          <a:noFill/>
          <a:ln cap="flat" cmpd="sng" w="57150">
            <a:solidFill>
              <a:srgbClr val="75297B"/>
            </a:solidFill>
            <a:prstDash val="solid"/>
            <a:miter lim="800000"/>
            <a:headEnd len="sm" w="sm" type="none"/>
            <a:tailEnd len="sm" w="sm" type="none"/>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116" name="Google Shape;116;p1"/>
          <p:cNvSpPr/>
          <p:nvPr/>
        </p:nvSpPr>
        <p:spPr>
          <a:xfrm>
            <a:off x="6961175" y="28096851"/>
            <a:ext cx="14242500" cy="1895400"/>
          </a:xfrm>
          <a:prstGeom prst="roundRect">
            <a:avLst>
              <a:gd fmla="val 2276" name="adj"/>
            </a:avLst>
          </a:prstGeom>
          <a:solidFill>
            <a:srgbClr val="75297B">
              <a:alpha val="9411"/>
            </a:srgbClr>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chemeClr val="lt1"/>
              </a:buClr>
              <a:buSzPts val="4900"/>
              <a:buFont typeface="Calibri"/>
              <a:buNone/>
            </a:pPr>
            <a:r>
              <a:t/>
            </a:r>
            <a:endParaRPr b="0" i="0" sz="4900" u="none" cap="none" strike="noStrike">
              <a:solidFill>
                <a:srgbClr val="FFFFFF"/>
              </a:solidFill>
              <a:latin typeface="Calibri"/>
              <a:ea typeface="Calibri"/>
              <a:cs typeface="Calibri"/>
              <a:sym typeface="Calibri"/>
            </a:endParaRPr>
          </a:p>
        </p:txBody>
      </p:sp>
      <p:sp>
        <p:nvSpPr>
          <p:cNvPr id="117" name="Google Shape;117;p1"/>
          <p:cNvSpPr/>
          <p:nvPr/>
        </p:nvSpPr>
        <p:spPr>
          <a:xfrm>
            <a:off x="6928026" y="27721200"/>
            <a:ext cx="3540000" cy="717300"/>
          </a:xfrm>
          <a:prstGeom prst="roundRect">
            <a:avLst>
              <a:gd fmla="val 50000" name="adj"/>
            </a:avLst>
          </a:prstGeom>
          <a:solidFill>
            <a:srgbClr val="75297B"/>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rgbClr val="75297B"/>
              </a:solidFill>
              <a:latin typeface="Calibri"/>
              <a:ea typeface="Calibri"/>
              <a:cs typeface="Calibri"/>
              <a:sym typeface="Calibri"/>
            </a:endParaRPr>
          </a:p>
        </p:txBody>
      </p:sp>
      <p:sp>
        <p:nvSpPr>
          <p:cNvPr id="118" name="Google Shape;118;p1"/>
          <p:cNvSpPr/>
          <p:nvPr/>
        </p:nvSpPr>
        <p:spPr>
          <a:xfrm>
            <a:off x="7082277" y="27771973"/>
            <a:ext cx="3540000" cy="501000"/>
          </a:xfrm>
          <a:prstGeom prst="rect">
            <a:avLst/>
          </a:prstGeom>
          <a:noFill/>
          <a:ln>
            <a:noFill/>
          </a:ln>
        </p:spPr>
        <p:txBody>
          <a:bodyPr anchorCtr="0" anchor="t" bIns="32300" lIns="64600" spcFirstLastPara="1" rIns="64600" wrap="square" tIns="32300">
            <a:noAutofit/>
          </a:bodyPr>
          <a:lstStyle/>
          <a:p>
            <a:pPr indent="0" lvl="0" marL="0" marR="0" rtl="0" algn="l">
              <a:lnSpc>
                <a:spcPct val="100000"/>
              </a:lnSpc>
              <a:spcBef>
                <a:spcPts val="0"/>
              </a:spcBef>
              <a:spcAft>
                <a:spcPts val="0"/>
              </a:spcAft>
              <a:buClr>
                <a:srgbClr val="000000"/>
              </a:buClr>
              <a:buSzPts val="3100"/>
              <a:buFont typeface="Arial"/>
              <a:buNone/>
            </a:pPr>
            <a:r>
              <a:rPr b="0" i="0" lang="fr-FR" sz="3100" u="none" cap="none" strike="noStrike">
                <a:solidFill>
                  <a:schemeClr val="lt1"/>
                </a:solidFill>
                <a:latin typeface="Arial Black"/>
                <a:ea typeface="Arial Black"/>
                <a:cs typeface="Arial Black"/>
                <a:sym typeface="Arial Black"/>
              </a:rPr>
              <a:t>RÉFÉRENCES</a:t>
            </a:r>
            <a:endParaRPr b="0" i="0" sz="1000" u="none" cap="none" strike="noStrike">
              <a:solidFill>
                <a:srgbClr val="000000"/>
              </a:solidFill>
              <a:latin typeface="Arial"/>
              <a:ea typeface="Arial"/>
              <a:cs typeface="Arial"/>
              <a:sym typeface="Arial"/>
            </a:endParaRPr>
          </a:p>
        </p:txBody>
      </p:sp>
      <p:sp>
        <p:nvSpPr>
          <p:cNvPr id="119" name="Google Shape;119;p1"/>
          <p:cNvSpPr txBox="1"/>
          <p:nvPr/>
        </p:nvSpPr>
        <p:spPr>
          <a:xfrm>
            <a:off x="6928019" y="28428680"/>
            <a:ext cx="14224200" cy="1542900"/>
          </a:xfrm>
          <a:prstGeom prst="rect">
            <a:avLst/>
          </a:prstGeom>
          <a:noFill/>
          <a:ln>
            <a:noFill/>
          </a:ln>
        </p:spPr>
        <p:txBody>
          <a:bodyPr anchorCtr="0" anchor="t" bIns="32300" lIns="64600" spcFirstLastPara="1" rIns="64600" wrap="square" tIns="32300">
            <a:spAutoFit/>
          </a:bodyPr>
          <a:lstStyle/>
          <a:p>
            <a:pPr indent="-254000" lvl="0" marL="317500" marR="0" rtl="0" algn="just">
              <a:lnSpc>
                <a:spcPct val="100000"/>
              </a:lnSpc>
              <a:spcBef>
                <a:spcPts val="0"/>
              </a:spcBef>
              <a:spcAft>
                <a:spcPts val="0"/>
              </a:spcAft>
              <a:buSzPts val="1600"/>
              <a:buFont typeface="Times New Roman"/>
              <a:buChar char="●"/>
            </a:pPr>
            <a:r>
              <a:rPr lang="fr-FR" sz="1600">
                <a:latin typeface="Times New Roman"/>
                <a:ea typeface="Times New Roman"/>
                <a:cs typeface="Times New Roman"/>
                <a:sym typeface="Times New Roman"/>
              </a:rPr>
              <a:t>Engel J., Google Brain, Hoffman M. D., Google Inc., Roberts, A., &amp; Google Brain. (2017). LATENT CONSTRAINTS: LEARNING TO GENERATE CONDITIONALLY FROM UNCONDITIONAL GENERATIVE MODELS. https://arxiv.org/pdf/1711.05772.</a:t>
            </a:r>
            <a:endParaRPr sz="1600">
              <a:latin typeface="Times New Roman"/>
              <a:ea typeface="Times New Roman"/>
              <a:cs typeface="Times New Roman"/>
              <a:sym typeface="Times New Roman"/>
            </a:endParaRPr>
          </a:p>
          <a:p>
            <a:pPr indent="-254000" lvl="0" marL="317500" marR="0" rtl="0" algn="just">
              <a:lnSpc>
                <a:spcPct val="100000"/>
              </a:lnSpc>
              <a:spcBef>
                <a:spcPts val="0"/>
              </a:spcBef>
              <a:spcAft>
                <a:spcPts val="0"/>
              </a:spcAft>
              <a:buSzPts val="1600"/>
              <a:buFont typeface="Times New Roman"/>
              <a:buChar char="●"/>
            </a:pPr>
            <a:r>
              <a:rPr lang="fr-FR" sz="1600">
                <a:latin typeface="Times New Roman"/>
                <a:ea typeface="Times New Roman"/>
                <a:cs typeface="Times New Roman"/>
                <a:sym typeface="Times New Roman"/>
              </a:rPr>
              <a:t>Karras, T., NVIDIA, Laine, S., NVIDIA, Aila, T., &amp; NVIDIA. (n.d.). A Style-Based Generator Architecture for Generative Adversarial Networks. Research Paper. https://openaccess.thecvf.com/content_CVPR_2019/papers/Karras_A_Style-Based_Generator_Architecture_for_Generative_Adversarial_Networks_CVPR_2019_paper.pdf</a:t>
            </a:r>
            <a:endParaRPr sz="1600">
              <a:latin typeface="Times New Roman"/>
              <a:ea typeface="Times New Roman"/>
              <a:cs typeface="Times New Roman"/>
              <a:sym typeface="Times New Roman"/>
            </a:endParaRPr>
          </a:p>
          <a:p>
            <a:pPr indent="-254000" lvl="0" marL="317500" marR="0" rtl="0" algn="just">
              <a:lnSpc>
                <a:spcPct val="100000"/>
              </a:lnSpc>
              <a:spcBef>
                <a:spcPts val="0"/>
              </a:spcBef>
              <a:spcAft>
                <a:spcPts val="0"/>
              </a:spcAft>
              <a:buSzPts val="1600"/>
              <a:buFont typeface="Times New Roman"/>
              <a:buChar char="●"/>
            </a:pPr>
            <a:r>
              <a:rPr lang="fr-FR" sz="1600">
                <a:latin typeface="Times New Roman"/>
                <a:ea typeface="Times New Roman"/>
                <a:cs typeface="Times New Roman"/>
                <a:sym typeface="Times New Roman"/>
              </a:rPr>
              <a:t>NVlabs.(n.d.).GitHub-NVlabs/stylegan2-ada-pytorch: StyleGAN2-ADA-Official PyTorch implementation.GitHub.  https://github.com/NVlabs/stylegan2-ada-pytorch</a:t>
            </a:r>
            <a:endParaRPr sz="1600">
              <a:latin typeface="Times New Roman"/>
              <a:ea typeface="Times New Roman"/>
              <a:cs typeface="Times New Roman"/>
              <a:sym typeface="Times New Roman"/>
            </a:endParaRPr>
          </a:p>
        </p:txBody>
      </p:sp>
      <p:sp>
        <p:nvSpPr>
          <p:cNvPr id="120" name="Google Shape;120;p1"/>
          <p:cNvSpPr txBox="1"/>
          <p:nvPr/>
        </p:nvSpPr>
        <p:spPr>
          <a:xfrm>
            <a:off x="515764" y="11010569"/>
            <a:ext cx="5988300" cy="1746600"/>
          </a:xfrm>
          <a:prstGeom prst="rect">
            <a:avLst/>
          </a:prstGeom>
          <a:noFill/>
          <a:ln>
            <a:noFill/>
          </a:ln>
        </p:spPr>
        <p:txBody>
          <a:bodyPr anchorCtr="0" anchor="t" bIns="64600" lIns="64600" spcFirstLastPara="1" rIns="64600" wrap="square" tIns="64600">
            <a:spAutoFit/>
          </a:bodyPr>
          <a:lstStyle/>
          <a:p>
            <a:pPr indent="-285750" lvl="0" marL="317500" marR="0" rtl="0" algn="just">
              <a:lnSpc>
                <a:spcPct val="100000"/>
              </a:lnSpc>
              <a:spcBef>
                <a:spcPts val="0"/>
              </a:spcBef>
              <a:spcAft>
                <a:spcPts val="0"/>
              </a:spcAft>
              <a:buClr>
                <a:schemeClr val="dk1"/>
              </a:buClr>
              <a:buSzPts val="2100"/>
              <a:buFont typeface="Times New Roman"/>
              <a:buChar char="●"/>
            </a:pPr>
            <a:r>
              <a:rPr b="1" lang="fr-FR" sz="2100">
                <a:solidFill>
                  <a:schemeClr val="dk1"/>
                </a:solidFill>
                <a:latin typeface="Times New Roman"/>
                <a:ea typeface="Times New Roman"/>
                <a:cs typeface="Times New Roman"/>
                <a:sym typeface="Times New Roman"/>
              </a:rPr>
              <a:t>p(z) : Prior Distribution</a:t>
            </a:r>
            <a:endParaRPr b="1" sz="2100">
              <a:solidFill>
                <a:schemeClr val="dk1"/>
              </a:solidFill>
              <a:latin typeface="Times New Roman"/>
              <a:ea typeface="Times New Roman"/>
              <a:cs typeface="Times New Roman"/>
              <a:sym typeface="Times New Roman"/>
            </a:endParaRPr>
          </a:p>
          <a:p>
            <a:pPr indent="-285750" lvl="0" marL="317500" marR="0" rtl="0" algn="just">
              <a:lnSpc>
                <a:spcPct val="100000"/>
              </a:lnSpc>
              <a:spcBef>
                <a:spcPts val="0"/>
              </a:spcBef>
              <a:spcAft>
                <a:spcPts val="0"/>
              </a:spcAft>
              <a:buClr>
                <a:schemeClr val="dk1"/>
              </a:buClr>
              <a:buSzPts val="2100"/>
              <a:buFont typeface="Times New Roman"/>
              <a:buChar char="●"/>
            </a:pPr>
            <a:r>
              <a:rPr b="1" lang="fr-FR" sz="2100">
                <a:solidFill>
                  <a:schemeClr val="dk1"/>
                </a:solidFill>
                <a:latin typeface="Times New Roman"/>
                <a:ea typeface="Times New Roman"/>
                <a:cs typeface="Times New Roman"/>
                <a:sym typeface="Times New Roman"/>
              </a:rPr>
              <a:t>y : Attributes of data</a:t>
            </a:r>
            <a:endParaRPr b="1" sz="2100">
              <a:solidFill>
                <a:schemeClr val="dk1"/>
              </a:solidFill>
              <a:latin typeface="Times New Roman"/>
              <a:ea typeface="Times New Roman"/>
              <a:cs typeface="Times New Roman"/>
              <a:sym typeface="Times New Roman"/>
            </a:endParaRPr>
          </a:p>
          <a:p>
            <a:pPr indent="-285750" lvl="0" marL="317500" marR="0" rtl="0" algn="just">
              <a:lnSpc>
                <a:spcPct val="100000"/>
              </a:lnSpc>
              <a:spcBef>
                <a:spcPts val="0"/>
              </a:spcBef>
              <a:spcAft>
                <a:spcPts val="0"/>
              </a:spcAft>
              <a:buClr>
                <a:schemeClr val="dk1"/>
              </a:buClr>
              <a:buSzPts val="2100"/>
              <a:buFont typeface="Times New Roman"/>
              <a:buChar char="●"/>
            </a:pPr>
            <a:r>
              <a:rPr b="1" lang="fr-FR" sz="2100">
                <a:solidFill>
                  <a:schemeClr val="dk1"/>
                </a:solidFill>
                <a:latin typeface="Times New Roman"/>
                <a:ea typeface="Times New Roman"/>
                <a:cs typeface="Times New Roman"/>
                <a:sym typeface="Times New Roman"/>
              </a:rPr>
              <a:t>G(z,y): Actor function </a:t>
            </a:r>
            <a:endParaRPr b="1" sz="2100">
              <a:solidFill>
                <a:schemeClr val="dk1"/>
              </a:solidFill>
              <a:latin typeface="Times New Roman"/>
              <a:ea typeface="Times New Roman"/>
              <a:cs typeface="Times New Roman"/>
              <a:sym typeface="Times New Roman"/>
            </a:endParaRPr>
          </a:p>
          <a:p>
            <a:pPr indent="-285750" lvl="0" marL="317500" marR="0" rtl="0" algn="just">
              <a:lnSpc>
                <a:spcPct val="100000"/>
              </a:lnSpc>
              <a:spcBef>
                <a:spcPts val="0"/>
              </a:spcBef>
              <a:spcAft>
                <a:spcPts val="0"/>
              </a:spcAft>
              <a:buClr>
                <a:schemeClr val="dk1"/>
              </a:buClr>
              <a:buSzPts val="2100"/>
              <a:buFont typeface="Times New Roman"/>
              <a:buChar char="●"/>
            </a:pPr>
            <a:r>
              <a:rPr b="1" lang="fr-FR" sz="2100">
                <a:solidFill>
                  <a:schemeClr val="dk1"/>
                </a:solidFill>
                <a:latin typeface="Times New Roman"/>
                <a:ea typeface="Times New Roman"/>
                <a:cs typeface="Times New Roman"/>
                <a:sym typeface="Times New Roman"/>
              </a:rPr>
              <a:t>Drealism(z):Realism Constraint</a:t>
            </a:r>
            <a:endParaRPr b="1" sz="2100">
              <a:solidFill>
                <a:schemeClr val="dk1"/>
              </a:solidFill>
              <a:latin typeface="Times New Roman"/>
              <a:ea typeface="Times New Roman"/>
              <a:cs typeface="Times New Roman"/>
              <a:sym typeface="Times New Roman"/>
            </a:endParaRPr>
          </a:p>
          <a:p>
            <a:pPr indent="-285750" lvl="0" marL="317500" marR="0" rtl="0" algn="just">
              <a:lnSpc>
                <a:spcPct val="100000"/>
              </a:lnSpc>
              <a:spcBef>
                <a:spcPts val="0"/>
              </a:spcBef>
              <a:spcAft>
                <a:spcPts val="0"/>
              </a:spcAft>
              <a:buClr>
                <a:schemeClr val="dk1"/>
              </a:buClr>
              <a:buSzPts val="2100"/>
              <a:buFont typeface="Times New Roman"/>
              <a:buChar char="●"/>
            </a:pPr>
            <a:r>
              <a:rPr b="1" lang="fr-FR" sz="2100">
                <a:solidFill>
                  <a:schemeClr val="dk1"/>
                </a:solidFill>
                <a:latin typeface="Times New Roman"/>
                <a:ea typeface="Times New Roman"/>
                <a:cs typeface="Times New Roman"/>
                <a:sym typeface="Times New Roman"/>
              </a:rPr>
              <a:t>Dattr(z,y): Critiq function</a:t>
            </a:r>
            <a:endParaRPr b="1" sz="2100">
              <a:solidFill>
                <a:schemeClr val="dk1"/>
              </a:solidFill>
              <a:latin typeface="Times New Roman"/>
              <a:ea typeface="Times New Roman"/>
              <a:cs typeface="Times New Roman"/>
              <a:sym typeface="Times New Roman"/>
            </a:endParaRPr>
          </a:p>
        </p:txBody>
      </p:sp>
      <p:pic>
        <p:nvPicPr>
          <p:cNvPr id="121" name="Google Shape;121;p1"/>
          <p:cNvPicPr preferRelativeResize="0"/>
          <p:nvPr/>
        </p:nvPicPr>
        <p:blipFill rotWithShape="1">
          <a:blip r:embed="rId4">
            <a:alphaModFix/>
          </a:blip>
          <a:srcRect b="7202" l="6070" r="7818" t="11687"/>
          <a:stretch/>
        </p:blipFill>
        <p:spPr>
          <a:xfrm>
            <a:off x="534730" y="13580498"/>
            <a:ext cx="5544900" cy="5439300"/>
          </a:xfrm>
          <a:prstGeom prst="ellipse">
            <a:avLst/>
          </a:prstGeom>
          <a:noFill/>
          <a:ln cap="flat" cmpd="sng" w="19050">
            <a:solidFill>
              <a:srgbClr val="000000"/>
            </a:solidFill>
            <a:prstDash val="solid"/>
            <a:round/>
            <a:headEnd len="sm" w="sm" type="none"/>
            <a:tailEnd len="sm" w="sm" type="none"/>
          </a:ln>
        </p:spPr>
      </p:pic>
      <p:pic>
        <p:nvPicPr>
          <p:cNvPr id="122" name="Google Shape;122;p1" title="antique_final.png"/>
          <p:cNvPicPr preferRelativeResize="0"/>
          <p:nvPr/>
        </p:nvPicPr>
        <p:blipFill>
          <a:blip r:embed="rId5">
            <a:alphaModFix/>
          </a:blip>
          <a:stretch>
            <a:fillRect/>
          </a:stretch>
        </p:blipFill>
        <p:spPr>
          <a:xfrm>
            <a:off x="16163327" y="15331240"/>
            <a:ext cx="4426098" cy="3696337"/>
          </a:xfrm>
          <a:prstGeom prst="rect">
            <a:avLst/>
          </a:prstGeom>
          <a:noFill/>
          <a:ln>
            <a:noFill/>
          </a:ln>
        </p:spPr>
      </p:pic>
      <p:pic>
        <p:nvPicPr>
          <p:cNvPr id="123" name="Google Shape;123;p1" title="vaeceleba.png"/>
          <p:cNvPicPr preferRelativeResize="0"/>
          <p:nvPr/>
        </p:nvPicPr>
        <p:blipFill>
          <a:blip r:embed="rId6">
            <a:alphaModFix/>
          </a:blip>
          <a:stretch>
            <a:fillRect/>
          </a:stretch>
        </p:blipFill>
        <p:spPr>
          <a:xfrm>
            <a:off x="14533262" y="3444849"/>
            <a:ext cx="6618322" cy="5447078"/>
          </a:xfrm>
          <a:prstGeom prst="rect">
            <a:avLst/>
          </a:prstGeom>
          <a:noFill/>
          <a:ln>
            <a:noFill/>
          </a:ln>
        </p:spPr>
      </p:pic>
      <p:sp>
        <p:nvSpPr>
          <p:cNvPr id="124" name="Google Shape;124;p1"/>
          <p:cNvSpPr txBox="1"/>
          <p:nvPr/>
        </p:nvSpPr>
        <p:spPr>
          <a:xfrm>
            <a:off x="515773" y="6886939"/>
            <a:ext cx="5988300" cy="2374200"/>
          </a:xfrm>
          <a:prstGeom prst="rect">
            <a:avLst/>
          </a:prstGeom>
          <a:noFill/>
          <a:ln>
            <a:noFill/>
          </a:ln>
        </p:spPr>
        <p:txBody>
          <a:bodyPr anchorCtr="0" anchor="t" bIns="32300" lIns="64600" spcFirstLastPara="1" rIns="64600" wrap="square" tIns="32300">
            <a:spAutoFit/>
          </a:bodyPr>
          <a:lstStyle/>
          <a:p>
            <a:pPr indent="-311150" lvl="0" marL="317500" rtl="0" algn="just">
              <a:spcBef>
                <a:spcPts val="0"/>
              </a:spcBef>
              <a:spcAft>
                <a:spcPts val="0"/>
              </a:spcAft>
              <a:buSzPts val="2500"/>
              <a:buFont typeface="Times New Roman"/>
              <a:buChar char="●"/>
            </a:pPr>
            <a:r>
              <a:rPr lang="fr-FR" sz="2500">
                <a:solidFill>
                  <a:schemeClr val="dk1"/>
                </a:solidFill>
                <a:latin typeface="Times New Roman"/>
                <a:ea typeface="Times New Roman"/>
                <a:cs typeface="Times New Roman"/>
                <a:sym typeface="Times New Roman"/>
              </a:rPr>
              <a:t>Save compute and time </a:t>
            </a:r>
            <a:endParaRPr sz="2500">
              <a:solidFill>
                <a:schemeClr val="dk1"/>
              </a:solidFill>
              <a:latin typeface="Times New Roman"/>
              <a:ea typeface="Times New Roman"/>
              <a:cs typeface="Times New Roman"/>
              <a:sym typeface="Times New Roman"/>
            </a:endParaRPr>
          </a:p>
          <a:p>
            <a:pPr indent="-311150" lvl="0" marL="317500" rtl="0" algn="just">
              <a:spcBef>
                <a:spcPts val="0"/>
              </a:spcBef>
              <a:spcAft>
                <a:spcPts val="0"/>
              </a:spcAft>
              <a:buClr>
                <a:schemeClr val="dk1"/>
              </a:buClr>
              <a:buSzPts val="2500"/>
              <a:buFont typeface="Times New Roman"/>
              <a:buChar char="●"/>
            </a:pPr>
            <a:r>
              <a:rPr lang="fr-FR" sz="2500">
                <a:solidFill>
                  <a:schemeClr val="dk1"/>
                </a:solidFill>
                <a:latin typeface="Times New Roman"/>
                <a:ea typeface="Times New Roman"/>
                <a:cs typeface="Times New Roman"/>
                <a:sym typeface="Times New Roman"/>
              </a:rPr>
              <a:t>Understanding the latent space structure of generative models</a:t>
            </a:r>
            <a:endParaRPr sz="2500">
              <a:solidFill>
                <a:schemeClr val="dk1"/>
              </a:solidFill>
              <a:latin typeface="Times New Roman"/>
              <a:ea typeface="Times New Roman"/>
              <a:cs typeface="Times New Roman"/>
              <a:sym typeface="Times New Roman"/>
            </a:endParaRPr>
          </a:p>
          <a:p>
            <a:pPr indent="-311150" lvl="0" marL="317500" marR="0" rtl="0" algn="just">
              <a:lnSpc>
                <a:spcPct val="100000"/>
              </a:lnSpc>
              <a:spcBef>
                <a:spcPts val="0"/>
              </a:spcBef>
              <a:spcAft>
                <a:spcPts val="0"/>
              </a:spcAft>
              <a:buSzPts val="2500"/>
              <a:buFont typeface="Times New Roman"/>
              <a:buChar char="●"/>
            </a:pPr>
            <a:r>
              <a:rPr lang="fr-FR" sz="2500">
                <a:latin typeface="Times New Roman"/>
                <a:ea typeface="Times New Roman"/>
                <a:cs typeface="Times New Roman"/>
                <a:sym typeface="Times New Roman"/>
              </a:rPr>
              <a:t>Conditional Generation without retraining</a:t>
            </a:r>
            <a:endParaRPr sz="2500">
              <a:latin typeface="Times New Roman"/>
              <a:ea typeface="Times New Roman"/>
              <a:cs typeface="Times New Roman"/>
              <a:sym typeface="Times New Roman"/>
            </a:endParaRPr>
          </a:p>
          <a:p>
            <a:pPr indent="-311150" lvl="0" marL="317500" rtl="0" algn="just">
              <a:spcBef>
                <a:spcPts val="0"/>
              </a:spcBef>
              <a:spcAft>
                <a:spcPts val="0"/>
              </a:spcAft>
              <a:buSzPts val="2500"/>
              <a:buFont typeface="Times New Roman"/>
              <a:buChar char="●"/>
            </a:pPr>
            <a:r>
              <a:rPr lang="fr-FR" sz="2500">
                <a:solidFill>
                  <a:schemeClr val="dk1"/>
                </a:solidFill>
                <a:latin typeface="Times New Roman"/>
                <a:ea typeface="Times New Roman"/>
                <a:cs typeface="Times New Roman"/>
                <a:sym typeface="Times New Roman"/>
              </a:rPr>
              <a:t>Leverage Existing unconditional models </a:t>
            </a:r>
            <a:endParaRPr sz="2500">
              <a:latin typeface="Times New Roman"/>
              <a:ea typeface="Times New Roman"/>
              <a:cs typeface="Times New Roman"/>
              <a:sym typeface="Times New Roman"/>
            </a:endParaRPr>
          </a:p>
          <a:p>
            <a:pPr indent="-311150" lvl="0" marL="317500" marR="0" rtl="0" algn="just">
              <a:lnSpc>
                <a:spcPct val="100000"/>
              </a:lnSpc>
              <a:spcBef>
                <a:spcPts val="0"/>
              </a:spcBef>
              <a:spcAft>
                <a:spcPts val="0"/>
              </a:spcAft>
              <a:buSzPts val="2500"/>
              <a:buFont typeface="Times New Roman"/>
              <a:buChar char="●"/>
            </a:pPr>
            <a:r>
              <a:rPr lang="fr-FR" sz="2500">
                <a:latin typeface="Times New Roman"/>
                <a:ea typeface="Times New Roman"/>
                <a:cs typeface="Times New Roman"/>
                <a:sym typeface="Times New Roman"/>
              </a:rPr>
              <a:t>Preservation of identity in transformation</a:t>
            </a:r>
            <a:endParaRPr sz="2500">
              <a:latin typeface="Times New Roman"/>
              <a:ea typeface="Times New Roman"/>
              <a:cs typeface="Times New Roman"/>
              <a:sym typeface="Times New Roman"/>
            </a:endParaRPr>
          </a:p>
        </p:txBody>
      </p:sp>
      <p:grpSp>
        <p:nvGrpSpPr>
          <p:cNvPr id="125" name="Google Shape;125;p1"/>
          <p:cNvGrpSpPr/>
          <p:nvPr/>
        </p:nvGrpSpPr>
        <p:grpSpPr>
          <a:xfrm>
            <a:off x="289585" y="2983912"/>
            <a:ext cx="6440492" cy="709563"/>
            <a:chOff x="444171" y="6566137"/>
            <a:chExt cx="4333238" cy="1003200"/>
          </a:xfrm>
        </p:grpSpPr>
        <p:sp>
          <p:nvSpPr>
            <p:cNvPr id="126" name="Google Shape;126;p1"/>
            <p:cNvSpPr/>
            <p:nvPr/>
          </p:nvSpPr>
          <p:spPr>
            <a:xfrm>
              <a:off x="444171" y="6566137"/>
              <a:ext cx="4028700" cy="1003200"/>
            </a:xfrm>
            <a:prstGeom prst="roundRect">
              <a:avLst>
                <a:gd fmla="val 50000" name="adj"/>
              </a:avLst>
            </a:prstGeom>
            <a:solidFill>
              <a:srgbClr val="75297B"/>
            </a:solidFill>
            <a:ln>
              <a:noFill/>
            </a:ln>
          </p:spPr>
          <p:txBody>
            <a:bodyPr anchorCtr="0" anchor="ctr" bIns="32300" lIns="64600" spcFirstLastPara="1" rIns="64600" wrap="square" tIns="32300">
              <a:noAutofit/>
            </a:bodyPr>
            <a:lstStyle/>
            <a:p>
              <a:pPr indent="0" lvl="0" marL="0" marR="0" rtl="0" algn="ctr">
                <a:lnSpc>
                  <a:spcPct val="100000"/>
                </a:lnSpc>
                <a:spcBef>
                  <a:spcPts val="0"/>
                </a:spcBef>
                <a:spcAft>
                  <a:spcPts val="0"/>
                </a:spcAft>
                <a:buClr>
                  <a:srgbClr val="000000"/>
                </a:buClr>
                <a:buSzPts val="4900"/>
                <a:buFont typeface="Arial"/>
                <a:buNone/>
              </a:pPr>
              <a:r>
                <a:t/>
              </a:r>
              <a:endParaRPr b="0" i="0" sz="4900" u="none" cap="none" strike="noStrike">
                <a:solidFill>
                  <a:schemeClr val="lt1"/>
                </a:solidFill>
                <a:latin typeface="Calibri"/>
                <a:ea typeface="Calibri"/>
                <a:cs typeface="Calibri"/>
                <a:sym typeface="Calibri"/>
              </a:endParaRPr>
            </a:p>
          </p:txBody>
        </p:sp>
        <p:sp>
          <p:nvSpPr>
            <p:cNvPr id="127" name="Google Shape;127;p1"/>
            <p:cNvSpPr/>
            <p:nvPr/>
          </p:nvSpPr>
          <p:spPr>
            <a:xfrm>
              <a:off x="594209" y="6682955"/>
              <a:ext cx="4183200" cy="769500"/>
            </a:xfrm>
            <a:prstGeom prst="rect">
              <a:avLst/>
            </a:prstGeom>
            <a:noFill/>
            <a:ln>
              <a:noFill/>
            </a:ln>
          </p:spPr>
          <p:txBody>
            <a:bodyPr anchorCtr="0" anchor="t" bIns="32300" lIns="64600" spcFirstLastPara="1" rIns="64600" wrap="square" tIns="32300">
              <a:noAutofit/>
            </a:bodyPr>
            <a:lstStyle/>
            <a:p>
              <a:pPr indent="0" lvl="0" marL="0" marR="0" rtl="0" algn="l">
                <a:lnSpc>
                  <a:spcPct val="100000"/>
                </a:lnSpc>
                <a:spcBef>
                  <a:spcPts val="0"/>
                </a:spcBef>
                <a:spcAft>
                  <a:spcPts val="0"/>
                </a:spcAft>
                <a:buClr>
                  <a:srgbClr val="000000"/>
                </a:buClr>
                <a:buSzPts val="3100"/>
                <a:buFont typeface="Arial"/>
                <a:buNone/>
              </a:pPr>
              <a:r>
                <a:rPr b="0" i="0" lang="fr-FR" sz="3100" u="none" cap="none" strike="noStrike">
                  <a:solidFill>
                    <a:srgbClr val="FFFFFF"/>
                  </a:solidFill>
                  <a:latin typeface="Arial Black"/>
                  <a:ea typeface="Arial Black"/>
                  <a:cs typeface="Arial Black"/>
                  <a:sym typeface="Arial Black"/>
                </a:rPr>
                <a:t>PROBLEM STATEMENT </a:t>
              </a:r>
              <a:endParaRPr b="0" i="0" sz="3100" u="none" cap="none" strike="noStrike">
                <a:solidFill>
                  <a:schemeClr val="dk1"/>
                </a:solidFill>
                <a:latin typeface="Arial Black"/>
                <a:ea typeface="Arial Black"/>
                <a:cs typeface="Arial Black"/>
                <a:sym typeface="Arial Black"/>
              </a:endParaRPr>
            </a:p>
          </p:txBody>
        </p:sp>
      </p:grpSp>
      <p:pic>
        <p:nvPicPr>
          <p:cNvPr id="128" name="Google Shape;128;p1" title="ChatGPT Image Apr 10, 2025, 04_02_57 PM.png"/>
          <p:cNvPicPr preferRelativeResize="0"/>
          <p:nvPr/>
        </p:nvPicPr>
        <p:blipFill>
          <a:blip r:embed="rId7">
            <a:alphaModFix/>
          </a:blip>
          <a:stretch>
            <a:fillRect/>
          </a:stretch>
        </p:blipFill>
        <p:spPr>
          <a:xfrm>
            <a:off x="1640094" y="3890001"/>
            <a:ext cx="2992699" cy="2992699"/>
          </a:xfrm>
          <a:prstGeom prst="rect">
            <a:avLst/>
          </a:prstGeom>
          <a:noFill/>
          <a:ln>
            <a:noFill/>
          </a:ln>
        </p:spPr>
      </p:pic>
      <p:sp>
        <p:nvSpPr>
          <p:cNvPr id="129" name="Google Shape;129;p1"/>
          <p:cNvSpPr txBox="1"/>
          <p:nvPr/>
        </p:nvSpPr>
        <p:spPr>
          <a:xfrm>
            <a:off x="559353" y="19238023"/>
            <a:ext cx="5846400" cy="4412100"/>
          </a:xfrm>
          <a:prstGeom prst="rect">
            <a:avLst/>
          </a:prstGeom>
          <a:noFill/>
          <a:ln>
            <a:noFill/>
          </a:ln>
        </p:spPr>
        <p:txBody>
          <a:bodyPr anchorCtr="0" anchor="t" bIns="64600" lIns="64600" spcFirstLastPara="1" rIns="64600" wrap="square" tIns="64600">
            <a:noAutofit/>
          </a:bodyPr>
          <a:lstStyle/>
          <a:p>
            <a:pPr indent="0" lvl="0" marL="0" rtl="0" algn="l">
              <a:lnSpc>
                <a:spcPct val="115000"/>
              </a:lnSpc>
              <a:spcBef>
                <a:spcPts val="800"/>
              </a:spcBef>
              <a:spcAft>
                <a:spcPts val="800"/>
              </a:spcAft>
              <a:buNone/>
            </a:pPr>
            <a:r>
              <a:rPr lang="fr-FR" sz="1900">
                <a:solidFill>
                  <a:schemeClr val="dk1"/>
                </a:solidFill>
                <a:latin typeface="Calibri"/>
                <a:ea typeface="Calibri"/>
                <a:cs typeface="Calibri"/>
                <a:sym typeface="Calibri"/>
              </a:rPr>
              <a:t>Deep generative neural networks can create complex data like images in two ways: by simply generating random outputs (unconditional) or by letting you control what gets generated (conditional). Generally, adding new controls requires retraining the model, which can be very costly. In our work, we show a way to add these controls without having to retrain the model. Instead, we learn patterns in the model’s hidden space that mark areas where the generated data has the features we want. Then, we use an actor network to pick points in these areas. By combining rules for specific features with a general rule that makes sure outputs look like real data, we can produce realistic, controlled images from a model that was originally trained without those conditions. We also try to preserve identity while </a:t>
            </a:r>
            <a:r>
              <a:rPr lang="fr-FR" sz="1900">
                <a:solidFill>
                  <a:schemeClr val="dk1"/>
                </a:solidFill>
                <a:latin typeface="Calibri"/>
                <a:ea typeface="Calibri"/>
                <a:cs typeface="Calibri"/>
                <a:sym typeface="Calibri"/>
              </a:rPr>
              <a:t>navigating the latent space</a:t>
            </a:r>
            <a:endParaRPr sz="1900">
              <a:solidFill>
                <a:schemeClr val="dk1"/>
              </a:solidFill>
              <a:latin typeface="Calibri"/>
              <a:ea typeface="Calibri"/>
              <a:cs typeface="Calibri"/>
              <a:sym typeface="Calibri"/>
            </a:endParaRPr>
          </a:p>
        </p:txBody>
      </p:sp>
      <p:sp>
        <p:nvSpPr>
          <p:cNvPr id="130" name="Google Shape;130;p1"/>
          <p:cNvSpPr txBox="1"/>
          <p:nvPr/>
        </p:nvSpPr>
        <p:spPr>
          <a:xfrm>
            <a:off x="523472" y="25447401"/>
            <a:ext cx="5846400" cy="1946400"/>
          </a:xfrm>
          <a:prstGeom prst="rect">
            <a:avLst/>
          </a:prstGeom>
          <a:noFill/>
          <a:ln>
            <a:noFill/>
          </a:ln>
        </p:spPr>
        <p:txBody>
          <a:bodyPr anchorCtr="0" anchor="t" bIns="64600" lIns="64600" spcFirstLastPara="1" rIns="64600" wrap="square" tIns="64600">
            <a:noAutofit/>
          </a:bodyPr>
          <a:lstStyle/>
          <a:p>
            <a:pPr indent="-285750" lvl="0" marL="317500" rtl="0" algn="l">
              <a:spcBef>
                <a:spcPts val="0"/>
              </a:spcBef>
              <a:spcAft>
                <a:spcPts val="0"/>
              </a:spcAft>
              <a:buClr>
                <a:schemeClr val="dk1"/>
              </a:buClr>
              <a:buSzPts val="2100"/>
              <a:buFont typeface="Calibri"/>
              <a:buAutoNum type="arabicParenR"/>
            </a:pPr>
            <a:r>
              <a:rPr lang="fr-FR" sz="2100">
                <a:solidFill>
                  <a:schemeClr val="dk1"/>
                </a:solidFill>
                <a:latin typeface="Calibri"/>
                <a:ea typeface="Calibri"/>
                <a:cs typeface="Calibri"/>
                <a:sym typeface="Calibri"/>
              </a:rPr>
              <a:t>Learning GANs, VAEs, NST and Style Gan 2 </a:t>
            </a:r>
            <a:endParaRPr sz="2100">
              <a:solidFill>
                <a:schemeClr val="dk1"/>
              </a:solidFill>
              <a:latin typeface="Calibri"/>
              <a:ea typeface="Calibri"/>
              <a:cs typeface="Calibri"/>
              <a:sym typeface="Calibri"/>
            </a:endParaRPr>
          </a:p>
          <a:p>
            <a:pPr indent="-285750" lvl="0" marL="317500" rtl="0" algn="l">
              <a:spcBef>
                <a:spcPts val="0"/>
              </a:spcBef>
              <a:spcAft>
                <a:spcPts val="0"/>
              </a:spcAft>
              <a:buClr>
                <a:schemeClr val="dk1"/>
              </a:buClr>
              <a:buSzPts val="2100"/>
              <a:buFont typeface="Calibri"/>
              <a:buAutoNum type="arabicParenR"/>
            </a:pPr>
            <a:r>
              <a:rPr lang="fr-FR" sz="2100">
                <a:solidFill>
                  <a:schemeClr val="dk1"/>
                </a:solidFill>
                <a:latin typeface="Calibri"/>
                <a:ea typeface="Calibri"/>
                <a:cs typeface="Calibri"/>
                <a:sym typeface="Calibri"/>
              </a:rPr>
              <a:t>Replicated the paper : ‘Latent Constraints’ and thoroughly understanding concepts</a:t>
            </a:r>
            <a:endParaRPr sz="2100">
              <a:solidFill>
                <a:schemeClr val="dk1"/>
              </a:solidFill>
              <a:latin typeface="Calibri"/>
              <a:ea typeface="Calibri"/>
              <a:cs typeface="Calibri"/>
              <a:sym typeface="Calibri"/>
            </a:endParaRPr>
          </a:p>
          <a:p>
            <a:pPr indent="-285750" lvl="0" marL="317500" rtl="0" algn="l">
              <a:spcBef>
                <a:spcPts val="0"/>
              </a:spcBef>
              <a:spcAft>
                <a:spcPts val="0"/>
              </a:spcAft>
              <a:buClr>
                <a:schemeClr val="dk1"/>
              </a:buClr>
              <a:buSzPts val="2100"/>
              <a:buFont typeface="Calibri"/>
              <a:buAutoNum type="arabicParenR"/>
            </a:pPr>
            <a:r>
              <a:rPr lang="fr-FR" sz="2100">
                <a:solidFill>
                  <a:schemeClr val="dk1"/>
                </a:solidFill>
                <a:latin typeface="Calibri"/>
                <a:ea typeface="Calibri"/>
                <a:cs typeface="Calibri"/>
                <a:sym typeface="Calibri"/>
              </a:rPr>
              <a:t>Applied the learnings on style gan 2 for conditional generation</a:t>
            </a:r>
            <a:endParaRPr sz="2100">
              <a:solidFill>
                <a:schemeClr val="dk1"/>
              </a:solidFill>
              <a:latin typeface="Calibri"/>
              <a:ea typeface="Calibri"/>
              <a:cs typeface="Calibri"/>
              <a:sym typeface="Calibri"/>
            </a:endParaRPr>
          </a:p>
        </p:txBody>
      </p:sp>
      <p:sp>
        <p:nvSpPr>
          <p:cNvPr id="131" name="Google Shape;131;p1"/>
          <p:cNvSpPr/>
          <p:nvPr/>
        </p:nvSpPr>
        <p:spPr>
          <a:xfrm>
            <a:off x="4036421" y="27612140"/>
            <a:ext cx="2615100" cy="2520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64600" lIns="64600" spcFirstLastPara="1" rIns="64600" wrap="square" tIns="64600">
            <a:noAutofit/>
          </a:bodyPr>
          <a:lstStyle/>
          <a:p>
            <a:pPr indent="0" lvl="0" marL="0" rtl="0" algn="ctr">
              <a:spcBef>
                <a:spcPts val="0"/>
              </a:spcBef>
              <a:spcAft>
                <a:spcPts val="0"/>
              </a:spcAft>
              <a:buNone/>
            </a:pPr>
            <a:r>
              <a:t/>
            </a:r>
            <a:endParaRPr sz="1000">
              <a:latin typeface="Calibri"/>
              <a:ea typeface="Calibri"/>
              <a:cs typeface="Calibri"/>
              <a:sym typeface="Calibri"/>
            </a:endParaRPr>
          </a:p>
        </p:txBody>
      </p:sp>
      <p:pic>
        <p:nvPicPr>
          <p:cNvPr id="132" name="Google Shape;132;p1" title="3cd03782-d631-4d54-aaf0-9034db72727a.png"/>
          <p:cNvPicPr preferRelativeResize="0"/>
          <p:nvPr/>
        </p:nvPicPr>
        <p:blipFill>
          <a:blip r:embed="rId8">
            <a:alphaModFix/>
          </a:blip>
          <a:stretch>
            <a:fillRect/>
          </a:stretch>
        </p:blipFill>
        <p:spPr>
          <a:xfrm>
            <a:off x="4036411" y="27612140"/>
            <a:ext cx="2614984" cy="2520098"/>
          </a:xfrm>
          <a:prstGeom prst="rect">
            <a:avLst/>
          </a:prstGeom>
          <a:noFill/>
          <a:ln>
            <a:noFill/>
          </a:ln>
        </p:spPr>
      </p:pic>
      <p:pic>
        <p:nvPicPr>
          <p:cNvPr id="133" name="Google Shape;133;p1"/>
          <p:cNvPicPr preferRelativeResize="0"/>
          <p:nvPr/>
        </p:nvPicPr>
        <p:blipFill rotWithShape="1">
          <a:blip r:embed="rId9">
            <a:alphaModFix/>
          </a:blip>
          <a:srcRect b="0" l="0" r="0" t="0"/>
          <a:stretch/>
        </p:blipFill>
        <p:spPr>
          <a:xfrm>
            <a:off x="315328" y="28309842"/>
            <a:ext cx="3444585" cy="1352269"/>
          </a:xfrm>
          <a:prstGeom prst="rect">
            <a:avLst/>
          </a:prstGeom>
          <a:noFill/>
          <a:ln>
            <a:noFill/>
          </a:ln>
        </p:spPr>
      </p:pic>
      <p:sp>
        <p:nvSpPr>
          <p:cNvPr id="134" name="Google Shape;134;p1"/>
          <p:cNvSpPr txBox="1"/>
          <p:nvPr/>
        </p:nvSpPr>
        <p:spPr>
          <a:xfrm>
            <a:off x="7195201" y="3742313"/>
            <a:ext cx="7353300" cy="42042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b="1" lang="fr-FR" sz="2200">
                <a:solidFill>
                  <a:schemeClr val="dk1"/>
                </a:solidFill>
                <a:latin typeface="Calibri"/>
                <a:ea typeface="Calibri"/>
                <a:cs typeface="Calibri"/>
                <a:sym typeface="Calibri"/>
              </a:rPr>
              <a:t>Methodology:</a:t>
            </a:r>
            <a:endParaRPr b="1" sz="22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Base Model (VAE):</a:t>
            </a:r>
            <a:endParaRPr b="1" sz="2000">
              <a:solidFill>
                <a:schemeClr val="dk1"/>
              </a:solidFill>
              <a:latin typeface="Calibri"/>
              <a:ea typeface="Calibri"/>
              <a:cs typeface="Calibri"/>
              <a:sym typeface="Calibri"/>
            </a:endParaRPr>
          </a:p>
          <a:p>
            <a:pPr indent="0" lvl="0" marL="0" rtl="0" algn="l">
              <a:spcBef>
                <a:spcPts val="0"/>
              </a:spcBef>
              <a:spcAft>
                <a:spcPts val="0"/>
              </a:spcAft>
              <a:buNone/>
            </a:pPr>
            <a:r>
              <a:rPr lang="fr-FR" sz="2000">
                <a:solidFill>
                  <a:schemeClr val="dk1"/>
                </a:solidFill>
                <a:latin typeface="Calibri"/>
                <a:ea typeface="Calibri"/>
                <a:cs typeface="Calibri"/>
                <a:sym typeface="Calibri"/>
              </a:rPr>
              <a:t>Trained to capture the underlying data distribution with an emphasis on reconstruction quality. The trained VAE establishes a semantically structured latent space that serves as the foundation for subsequent conditional transformations.</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Latent Actor</a:t>
            </a:r>
            <a:r>
              <a:rPr b="1" lang="fr-FR" sz="2000">
                <a:solidFill>
                  <a:schemeClr val="dk1"/>
                </a:solidFill>
                <a:latin typeface="Calibri"/>
                <a:ea typeface="Calibri"/>
                <a:cs typeface="Calibri"/>
                <a:sym typeface="Calibri"/>
              </a:rPr>
              <a:t>-</a:t>
            </a:r>
            <a:r>
              <a:rPr b="1" lang="fr-FR" sz="2000">
                <a:solidFill>
                  <a:schemeClr val="dk1"/>
                </a:solidFill>
                <a:latin typeface="Calibri"/>
                <a:ea typeface="Calibri"/>
                <a:cs typeface="Calibri"/>
                <a:sym typeface="Calibri"/>
              </a:rPr>
              <a:t>Critic Pair:</a:t>
            </a:r>
            <a:r>
              <a:rPr lang="fr-FR" sz="2000">
                <a:solidFill>
                  <a:schemeClr val="dk1"/>
                </a:solidFill>
                <a:latin typeface="Calibri"/>
                <a:ea typeface="Calibri"/>
                <a:cs typeface="Calibri"/>
                <a:sym typeface="Calibri"/>
              </a:rPr>
              <a:t>The actor network (a GAN-like model) is trained in latent space to shift latent encodings such that desired attributes are emphasized. The critic network learns to evaluate the realism of these modifications in latent space, ensuring that shifts do not compromise the overall image fidelity. A distance penalty is applied to minimize unnecessary deviations, thus preserving the original identity of the subject.</a:t>
            </a:r>
            <a:endParaRPr sz="2000">
              <a:solidFill>
                <a:schemeClr val="dk1"/>
              </a:solidFill>
              <a:latin typeface="Calibri"/>
              <a:ea typeface="Calibri"/>
              <a:cs typeface="Calibri"/>
              <a:sym typeface="Calibri"/>
            </a:endParaRPr>
          </a:p>
        </p:txBody>
      </p:sp>
      <p:sp>
        <p:nvSpPr>
          <p:cNvPr id="135" name="Google Shape;135;p1"/>
          <p:cNvSpPr txBox="1"/>
          <p:nvPr/>
        </p:nvSpPr>
        <p:spPr>
          <a:xfrm>
            <a:off x="7195201" y="10925876"/>
            <a:ext cx="8489700" cy="37515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b="1" lang="fr-FR" sz="2300">
                <a:solidFill>
                  <a:schemeClr val="dk1"/>
                </a:solidFill>
                <a:latin typeface="Calibri"/>
                <a:ea typeface="Calibri"/>
                <a:cs typeface="Calibri"/>
                <a:sym typeface="Calibri"/>
              </a:rPr>
              <a:t>Methodology</a:t>
            </a:r>
            <a:endParaRPr b="1"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b="1" lang="fr-FR" sz="2000">
                <a:solidFill>
                  <a:schemeClr val="dk1"/>
                </a:solidFill>
                <a:latin typeface="Calibri"/>
                <a:ea typeface="Calibri"/>
                <a:cs typeface="Calibri"/>
                <a:sym typeface="Calibri"/>
              </a:rPr>
              <a:t>Image Generation</a:t>
            </a:r>
            <a:r>
              <a:rPr lang="fr-FR" sz="2000">
                <a:solidFill>
                  <a:schemeClr val="dk1"/>
                </a:solidFill>
                <a:latin typeface="Calibri"/>
                <a:ea typeface="Calibri"/>
                <a:cs typeface="Calibri"/>
                <a:sym typeface="Calibri"/>
              </a:rPr>
              <a:t>: Use a pre-trained StyleGAN2 model (e.g. Car Config E) to generate an initial dataset of 10,000 images.</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b="1" lang="fr-FR" sz="2000">
                <a:solidFill>
                  <a:schemeClr val="dk1"/>
                </a:solidFill>
                <a:latin typeface="Calibri"/>
                <a:ea typeface="Calibri"/>
                <a:cs typeface="Calibri"/>
                <a:sym typeface="Calibri"/>
              </a:rPr>
              <a:t>Feature Extraction</a:t>
            </a:r>
            <a:r>
              <a:rPr lang="fr-FR" sz="2000">
                <a:solidFill>
                  <a:schemeClr val="dk1"/>
                </a:solidFill>
                <a:latin typeface="Calibri"/>
                <a:ea typeface="Calibri"/>
                <a:cs typeface="Calibri"/>
                <a:sym typeface="Calibri"/>
              </a:rPr>
              <a:t>:Apply a Vision Transformer (ViT) to extract high-level visual features from the generated images.</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b="1" lang="fr-FR" sz="2000">
                <a:solidFill>
                  <a:schemeClr val="dk1"/>
                </a:solidFill>
                <a:latin typeface="Calibri"/>
                <a:ea typeface="Calibri"/>
                <a:cs typeface="Calibri"/>
                <a:sym typeface="Calibri"/>
              </a:rPr>
              <a:t>Clustering via K-means:</a:t>
            </a:r>
            <a:r>
              <a:rPr lang="fr-FR" sz="2000">
                <a:solidFill>
                  <a:schemeClr val="dk1"/>
                </a:solidFill>
                <a:latin typeface="Calibri"/>
                <a:ea typeface="Calibri"/>
                <a:cs typeface="Calibri"/>
                <a:sym typeface="Calibri"/>
              </a:rPr>
              <a:t>Perform K-means clustering on the extracted features to group similar types of cars.Each cluster ideally represents a distinct car type, effectively partitioning the latent space into meaningful subregions.</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800"/>
              <a:buFont typeface="Arial"/>
              <a:buNone/>
            </a:pPr>
            <a:r>
              <a:rPr b="1" lang="fr-FR" sz="2000">
                <a:solidFill>
                  <a:schemeClr val="dk1"/>
                </a:solidFill>
                <a:latin typeface="Calibri"/>
                <a:ea typeface="Calibri"/>
                <a:cs typeface="Calibri"/>
                <a:sym typeface="Calibri"/>
              </a:rPr>
              <a:t>Latent GAN Training:</a:t>
            </a:r>
            <a:r>
              <a:rPr lang="fr-FR" sz="2000">
                <a:solidFill>
                  <a:schemeClr val="dk1"/>
                </a:solidFill>
                <a:latin typeface="Calibri"/>
                <a:ea typeface="Calibri"/>
                <a:cs typeface="Calibri"/>
                <a:sym typeface="Calibri"/>
              </a:rPr>
              <a:t>Train a separate latent generator on each identified cluster or a single GAN on overall latent space with appending attributes  to produce latent codes that correspond to the required car type.</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36" name="Google Shape;136;p1"/>
          <p:cNvSpPr txBox="1"/>
          <p:nvPr/>
        </p:nvSpPr>
        <p:spPr>
          <a:xfrm>
            <a:off x="16131137" y="11138320"/>
            <a:ext cx="4684800" cy="24423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b="1" lang="fr-FR" sz="2200">
                <a:solidFill>
                  <a:schemeClr val="dk1"/>
                </a:solidFill>
                <a:latin typeface="Calibri"/>
                <a:ea typeface="Calibri"/>
                <a:cs typeface="Calibri"/>
                <a:sym typeface="Calibri"/>
              </a:rPr>
              <a:t>Time Analysis For 512 x 512 images</a:t>
            </a:r>
            <a:endParaRPr b="1" sz="22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StyleGAN2 Pre-training:</a:t>
            </a:r>
            <a:r>
              <a:rPr lang="fr-FR" sz="2000">
                <a:solidFill>
                  <a:schemeClr val="dk1"/>
                </a:solidFill>
                <a:latin typeface="Calibri"/>
                <a:ea typeface="Calibri"/>
                <a:cs typeface="Calibri"/>
                <a:sym typeface="Calibri"/>
              </a:rPr>
              <a:t>72 sec/kilo images</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Image Generation( 50k Images):</a:t>
            </a:r>
            <a:r>
              <a:rPr lang="fr-FR" sz="2000">
                <a:solidFill>
                  <a:schemeClr val="dk1"/>
                </a:solidFill>
                <a:latin typeface="Calibri"/>
                <a:ea typeface="Calibri"/>
                <a:cs typeface="Calibri"/>
                <a:sym typeface="Calibri"/>
              </a:rPr>
              <a:t>  475 sec</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Feature Extraction (ViT):</a:t>
            </a:r>
            <a:r>
              <a:rPr lang="fr-FR" sz="2000">
                <a:solidFill>
                  <a:schemeClr val="dk1"/>
                </a:solidFill>
                <a:latin typeface="Calibri"/>
                <a:ea typeface="Calibri"/>
                <a:cs typeface="Calibri"/>
                <a:sym typeface="Calibri"/>
              </a:rPr>
              <a:t>Time: 25 sec</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K-means Clustering:</a:t>
            </a:r>
            <a:r>
              <a:rPr lang="fr-FR" sz="2000">
                <a:solidFill>
                  <a:schemeClr val="dk1"/>
                </a:solidFill>
                <a:latin typeface="Calibri"/>
                <a:ea typeface="Calibri"/>
                <a:cs typeface="Calibri"/>
                <a:sym typeface="Calibri"/>
              </a:rPr>
              <a:t> 216 sec</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Latent GAN Training:</a:t>
            </a:r>
            <a:r>
              <a:rPr lang="fr-FR" sz="2000">
                <a:solidFill>
                  <a:schemeClr val="dk1"/>
                </a:solidFill>
                <a:latin typeface="Calibri"/>
                <a:ea typeface="Calibri"/>
                <a:cs typeface="Calibri"/>
                <a:sym typeface="Calibri"/>
              </a:rPr>
              <a:t>Time: 220 sec</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Total Pipeline Time:</a:t>
            </a:r>
            <a:r>
              <a:rPr lang="fr-FR" sz="2000">
                <a:solidFill>
                  <a:schemeClr val="dk1"/>
                </a:solidFill>
                <a:latin typeface="Calibri"/>
                <a:ea typeface="Calibri"/>
                <a:cs typeface="Calibri"/>
                <a:sym typeface="Calibri"/>
              </a:rPr>
              <a:t>~1000 sec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fr-FR" sz="2000">
                <a:solidFill>
                  <a:schemeClr val="dk1"/>
                </a:solidFill>
                <a:latin typeface="Calibri"/>
                <a:ea typeface="Calibri"/>
                <a:cs typeface="Calibri"/>
                <a:sym typeface="Calibri"/>
              </a:rPr>
              <a:t>(averaging 20 sec/kilo images)</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37" name="Google Shape;137;p1"/>
          <p:cNvSpPr txBox="1"/>
          <p:nvPr/>
        </p:nvSpPr>
        <p:spPr>
          <a:xfrm>
            <a:off x="7188014" y="8016655"/>
            <a:ext cx="13788900" cy="22755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b="1" lang="fr-FR" sz="2200">
                <a:solidFill>
                  <a:schemeClr val="dk1"/>
                </a:solidFill>
                <a:latin typeface="Calibri"/>
                <a:ea typeface="Calibri"/>
                <a:cs typeface="Calibri"/>
                <a:sym typeface="Calibri"/>
              </a:rPr>
              <a:t>Results:</a:t>
            </a:r>
            <a:endParaRPr b="1" sz="22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VAE Training Time:</a:t>
            </a:r>
            <a:r>
              <a:rPr lang="fr-FR" sz="2000">
                <a:solidFill>
                  <a:schemeClr val="dk1"/>
                </a:solidFill>
                <a:latin typeface="Calibri"/>
                <a:ea typeface="Calibri"/>
                <a:cs typeface="Calibri"/>
                <a:sym typeface="Calibri"/>
              </a:rPr>
              <a:t> 64,570 seconds</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Actor-Critic Pair Training Time:</a:t>
            </a:r>
            <a:r>
              <a:rPr lang="fr-FR" sz="2000">
                <a:solidFill>
                  <a:schemeClr val="dk1"/>
                </a:solidFill>
                <a:latin typeface="Calibri"/>
                <a:ea typeface="Calibri"/>
                <a:cs typeface="Calibri"/>
                <a:sym typeface="Calibri"/>
              </a:rPr>
              <a:t> 11,167 seconds</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fr-FR" sz="2000">
                <a:solidFill>
                  <a:schemeClr val="dk1"/>
                </a:solidFill>
                <a:latin typeface="Calibri"/>
                <a:ea typeface="Calibri"/>
                <a:cs typeface="Calibri"/>
                <a:sym typeface="Calibri"/>
              </a:rPr>
              <a:t>Attribute Conditioning:</a:t>
            </a:r>
            <a:r>
              <a:rPr lang="fr-FR" sz="2000">
                <a:solidFill>
                  <a:schemeClr val="dk1"/>
                </a:solidFill>
                <a:latin typeface="Calibri"/>
                <a:ea typeface="Calibri"/>
                <a:cs typeface="Calibri"/>
                <a:sym typeface="Calibri"/>
              </a:rPr>
              <a:t>Targeted modification for 10 prominent attributes (e.g., hair color, facial hair, eyeglasses,etc.).</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fr-FR" sz="2000">
                <a:solidFill>
                  <a:schemeClr val="dk1"/>
                </a:solidFill>
                <a:latin typeface="Calibri"/>
                <a:ea typeface="Calibri"/>
                <a:cs typeface="Calibri"/>
                <a:sym typeface="Calibri"/>
              </a:rPr>
              <a:t>The actor-critic framework successfully altered only certain features (such as the addition of glasses or changes in hair style/color) while keeping the facial identity preserved.</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id="138" name="Google Shape;138;p1"/>
          <p:cNvPicPr preferRelativeResize="0"/>
          <p:nvPr/>
        </p:nvPicPr>
        <p:blipFill>
          <a:blip r:embed="rId10">
            <a:alphaModFix/>
          </a:blip>
          <a:stretch>
            <a:fillRect/>
          </a:stretch>
        </p:blipFill>
        <p:spPr>
          <a:xfrm>
            <a:off x="7271775" y="15311135"/>
            <a:ext cx="4322448" cy="3893336"/>
          </a:xfrm>
          <a:prstGeom prst="rect">
            <a:avLst/>
          </a:prstGeom>
          <a:noFill/>
          <a:ln>
            <a:noFill/>
          </a:ln>
        </p:spPr>
      </p:pic>
      <p:pic>
        <p:nvPicPr>
          <p:cNvPr id="139" name="Google Shape;139;p1"/>
          <p:cNvPicPr preferRelativeResize="0"/>
          <p:nvPr/>
        </p:nvPicPr>
        <p:blipFill>
          <a:blip r:embed="rId11">
            <a:alphaModFix/>
          </a:blip>
          <a:stretch>
            <a:fillRect/>
          </a:stretch>
        </p:blipFill>
        <p:spPr>
          <a:xfrm>
            <a:off x="7124074" y="20171351"/>
            <a:ext cx="4617860" cy="4165136"/>
          </a:xfrm>
          <a:prstGeom prst="rect">
            <a:avLst/>
          </a:prstGeom>
          <a:noFill/>
          <a:ln>
            <a:noFill/>
          </a:ln>
        </p:spPr>
      </p:pic>
      <p:pic>
        <p:nvPicPr>
          <p:cNvPr id="140" name="Google Shape;140;p1"/>
          <p:cNvPicPr preferRelativeResize="0"/>
          <p:nvPr/>
        </p:nvPicPr>
        <p:blipFill>
          <a:blip r:embed="rId12">
            <a:alphaModFix/>
          </a:blip>
          <a:stretch>
            <a:fillRect/>
          </a:stretch>
        </p:blipFill>
        <p:spPr>
          <a:xfrm>
            <a:off x="16480068" y="20231243"/>
            <a:ext cx="4165137" cy="4034295"/>
          </a:xfrm>
          <a:prstGeom prst="rect">
            <a:avLst/>
          </a:prstGeom>
          <a:noFill/>
          <a:ln>
            <a:noFill/>
          </a:ln>
        </p:spPr>
      </p:pic>
      <p:pic>
        <p:nvPicPr>
          <p:cNvPr id="141" name="Google Shape;141;p1"/>
          <p:cNvPicPr preferRelativeResize="0"/>
          <p:nvPr/>
        </p:nvPicPr>
        <p:blipFill rotWithShape="1">
          <a:blip r:embed="rId13">
            <a:alphaModFix/>
          </a:blip>
          <a:srcRect b="0" l="0" r="3203" t="3203"/>
          <a:stretch/>
        </p:blipFill>
        <p:spPr>
          <a:xfrm>
            <a:off x="11944201" y="20257396"/>
            <a:ext cx="4165137" cy="4034295"/>
          </a:xfrm>
          <a:prstGeom prst="rect">
            <a:avLst/>
          </a:prstGeom>
          <a:solidFill>
            <a:schemeClr val="lt1"/>
          </a:solidFill>
          <a:ln cap="flat" cmpd="sng" w="57150">
            <a:solidFill>
              <a:schemeClr val="lt1"/>
            </a:solidFill>
            <a:prstDash val="solid"/>
            <a:miter lim="8000"/>
            <a:headEnd len="sm" w="sm" type="none"/>
            <a:tailEnd len="sm" w="sm" type="none"/>
          </a:ln>
        </p:spPr>
      </p:pic>
      <p:sp>
        <p:nvSpPr>
          <p:cNvPr id="142" name="Google Shape;142;p1"/>
          <p:cNvSpPr txBox="1"/>
          <p:nvPr/>
        </p:nvSpPr>
        <p:spPr>
          <a:xfrm>
            <a:off x="7271783" y="14678100"/>
            <a:ext cx="2178600" cy="2607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b="1" lang="fr-FR" sz="1800">
                <a:solidFill>
                  <a:schemeClr val="dk1"/>
                </a:solidFill>
                <a:latin typeface="Calibri"/>
                <a:ea typeface="Calibri"/>
                <a:cs typeface="Calibri"/>
                <a:sym typeface="Calibri"/>
              </a:rPr>
              <a:t>Car Config E dataset:</a:t>
            </a:r>
            <a:endParaRPr b="1" sz="1800">
              <a:solidFill>
                <a:schemeClr val="dk1"/>
              </a:solidFill>
              <a:latin typeface="Calibri"/>
              <a:ea typeface="Calibri"/>
              <a:cs typeface="Calibri"/>
              <a:sym typeface="Calibri"/>
            </a:endParaRPr>
          </a:p>
        </p:txBody>
      </p:sp>
      <p:sp>
        <p:nvSpPr>
          <p:cNvPr id="143" name="Google Shape;143;p1"/>
          <p:cNvSpPr txBox="1"/>
          <p:nvPr/>
        </p:nvSpPr>
        <p:spPr>
          <a:xfrm>
            <a:off x="7271783" y="19436214"/>
            <a:ext cx="2178600" cy="2607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b="1" lang="fr-FR" sz="1800">
                <a:solidFill>
                  <a:schemeClr val="dk1"/>
                </a:solidFill>
                <a:latin typeface="Calibri"/>
                <a:ea typeface="Calibri"/>
                <a:cs typeface="Calibri"/>
                <a:sym typeface="Calibri"/>
              </a:rPr>
              <a:t>FFHQ Dataset:</a:t>
            </a:r>
            <a:endParaRPr b="1" sz="1800">
              <a:solidFill>
                <a:schemeClr val="dk1"/>
              </a:solidFill>
              <a:latin typeface="Calibri"/>
              <a:ea typeface="Calibri"/>
              <a:cs typeface="Calibri"/>
              <a:sym typeface="Calibri"/>
            </a:endParaRPr>
          </a:p>
        </p:txBody>
      </p:sp>
      <p:sp>
        <p:nvSpPr>
          <p:cNvPr id="144" name="Google Shape;144;p1"/>
          <p:cNvSpPr txBox="1"/>
          <p:nvPr/>
        </p:nvSpPr>
        <p:spPr>
          <a:xfrm>
            <a:off x="12564739" y="14952717"/>
            <a:ext cx="3166800" cy="6441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lang="fr-FR" sz="1600">
                <a:solidFill>
                  <a:schemeClr val="dk1"/>
                </a:solidFill>
                <a:latin typeface="Calibri"/>
                <a:ea typeface="Calibri"/>
                <a:cs typeface="Calibri"/>
                <a:sym typeface="Calibri"/>
              </a:rPr>
              <a:t>Samples from one of the cluster</a:t>
            </a:r>
            <a:endParaRPr sz="1600">
              <a:solidFill>
                <a:schemeClr val="dk1"/>
              </a:solidFill>
              <a:latin typeface="Calibri"/>
              <a:ea typeface="Calibri"/>
              <a:cs typeface="Calibri"/>
              <a:sym typeface="Calibri"/>
            </a:endParaRPr>
          </a:p>
        </p:txBody>
      </p:sp>
      <p:sp>
        <p:nvSpPr>
          <p:cNvPr id="145" name="Google Shape;145;p1"/>
          <p:cNvSpPr txBox="1"/>
          <p:nvPr/>
        </p:nvSpPr>
        <p:spPr>
          <a:xfrm>
            <a:off x="16480068" y="19779000"/>
            <a:ext cx="4164900" cy="3924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lang="fr-FR" sz="1600">
                <a:solidFill>
                  <a:schemeClr val="dk1"/>
                </a:solidFill>
                <a:latin typeface="Calibri"/>
                <a:ea typeface="Calibri"/>
                <a:cs typeface="Calibri"/>
                <a:sym typeface="Calibri"/>
              </a:rPr>
              <a:t>Conditional Regeneration </a:t>
            </a:r>
            <a:endParaRPr sz="1600">
              <a:solidFill>
                <a:schemeClr val="dk1"/>
              </a:solidFill>
              <a:latin typeface="Calibri"/>
              <a:ea typeface="Calibri"/>
              <a:cs typeface="Calibri"/>
              <a:sym typeface="Calibri"/>
            </a:endParaRPr>
          </a:p>
        </p:txBody>
      </p:sp>
      <p:sp>
        <p:nvSpPr>
          <p:cNvPr id="146" name="Google Shape;146;p1"/>
          <p:cNvSpPr txBox="1"/>
          <p:nvPr/>
        </p:nvSpPr>
        <p:spPr>
          <a:xfrm>
            <a:off x="11944201" y="19779000"/>
            <a:ext cx="4041300" cy="3924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lang="fr-FR" sz="1600">
                <a:solidFill>
                  <a:schemeClr val="dk1"/>
                </a:solidFill>
                <a:latin typeface="Calibri"/>
                <a:ea typeface="Calibri"/>
                <a:cs typeface="Calibri"/>
                <a:sym typeface="Calibri"/>
              </a:rPr>
              <a:t>Samples from one of the cluster</a:t>
            </a:r>
            <a:endParaRPr sz="1600">
              <a:solidFill>
                <a:schemeClr val="dk1"/>
              </a:solidFill>
              <a:latin typeface="Calibri"/>
              <a:ea typeface="Calibri"/>
              <a:cs typeface="Calibri"/>
              <a:sym typeface="Calibri"/>
            </a:endParaRPr>
          </a:p>
        </p:txBody>
      </p:sp>
      <p:sp>
        <p:nvSpPr>
          <p:cNvPr id="147" name="Google Shape;147;p1"/>
          <p:cNvSpPr txBox="1"/>
          <p:nvPr/>
        </p:nvSpPr>
        <p:spPr>
          <a:xfrm>
            <a:off x="16391019" y="14938889"/>
            <a:ext cx="4164900" cy="392400"/>
          </a:xfrm>
          <a:prstGeom prst="rect">
            <a:avLst/>
          </a:prstGeom>
          <a:noFill/>
          <a:ln>
            <a:noFill/>
          </a:ln>
        </p:spPr>
        <p:txBody>
          <a:bodyPr anchorCtr="0" anchor="t" bIns="64600" lIns="64600" spcFirstLastPara="1" rIns="64600" wrap="square" tIns="64600">
            <a:noAutofit/>
          </a:bodyPr>
          <a:lstStyle/>
          <a:p>
            <a:pPr indent="0" lvl="0" marL="0" rtl="0" algn="l">
              <a:spcBef>
                <a:spcPts val="0"/>
              </a:spcBef>
              <a:spcAft>
                <a:spcPts val="0"/>
              </a:spcAft>
              <a:buNone/>
            </a:pPr>
            <a:r>
              <a:rPr lang="fr-FR" sz="1600">
                <a:solidFill>
                  <a:schemeClr val="dk1"/>
                </a:solidFill>
                <a:latin typeface="Calibri"/>
                <a:ea typeface="Calibri"/>
                <a:cs typeface="Calibri"/>
                <a:sym typeface="Calibri"/>
              </a:rPr>
              <a:t>Conditional Regeneration</a:t>
            </a:r>
            <a:endParaRPr sz="1600">
              <a:solidFill>
                <a:schemeClr val="dk1"/>
              </a:solidFill>
              <a:latin typeface="Calibri"/>
              <a:ea typeface="Calibri"/>
              <a:cs typeface="Calibri"/>
              <a:sym typeface="Calibri"/>
            </a:endParaRPr>
          </a:p>
        </p:txBody>
      </p:sp>
      <p:pic>
        <p:nvPicPr>
          <p:cNvPr id="148" name="Google Shape;148;p1"/>
          <p:cNvPicPr preferRelativeResize="0"/>
          <p:nvPr/>
        </p:nvPicPr>
        <p:blipFill>
          <a:blip r:embed="rId14">
            <a:alphaModFix/>
          </a:blip>
          <a:stretch>
            <a:fillRect/>
          </a:stretch>
        </p:blipFill>
        <p:spPr>
          <a:xfrm>
            <a:off x="12099645" y="15311135"/>
            <a:ext cx="3885735" cy="37865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2023-02-07T10:08:17Z</dcterms:created>
  <dc:creator>Microsoft Office User</dc:creator>
</cp:coreProperties>
</file>